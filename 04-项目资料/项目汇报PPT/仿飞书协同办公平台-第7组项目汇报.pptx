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-1">
            <a:extLst>
              <a:ext uri="{FF2B5EF4-FFF2-40B4-BE49-F238E27FC236}">
                <a16:creationId xmlns:a16="http://schemas.microsoft.com/office/drawing/2014/main" id="{ADFEBF21-DDC9-4241-BEF2-845BC78C8B0D}"/>
              </a:ext>
            </a:extLst>
          </p:cNvPr>
          <p:cNvSpPr>
            <a:spLocks noGrp="1"/>
          </p:cNvSpPr>
          <p:nvPr/>
        </p:nvSpPr>
        <p:spPr>
          <a:xfrm>
            <a:off x="6153150" y="361950"/>
            <a:ext cx="5638800" cy="6134100"/>
          </a:xfrm>
          <a:prstGeom prst="roundRect">
            <a:avLst>
              <a:gd name="adj" fmla="val 1351"/>
            </a:avLst>
          </a:prstGeom>
          <a:solidFill>
            <a:srgbClr val="EAF1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0C97E1B0-D186-4146-A61B-25C2765629C0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E4ACB942-33E8-4990-99B2-645ABA47A453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5219700" cy="1809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A7FCEA5C-15A0-454A-B230-4E01934B500B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14" name="rule-5"/>
          <p:cNvCxnSpPr/>
          <p:nvPr/>
        </p:nvCxnSpPr>
        <p:spPr>
          <a:xfrm>
            <a:off x="400050" y="4476750"/>
            <a:ext cx="1752600" cy="95"/>
          </a:xfrm>
          <a:prstGeom prst="straightConnector1">
            <a:avLst/>
          </a:prstGeom>
          <a:ln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>
              <a:ext uri="{FF2B5EF4-FFF2-40B4-BE49-F238E27FC236}">
                <a16:creationId xmlns:a16="http://schemas.microsoft.com/office/drawing/2014/main" id="{3A675216-A96E-4F23-96F0-C7022A1399B0}"/>
              </a:ext>
            </a:extLst>
          </p:cNvPr>
          <p:cNvSpPr>
            <a:spLocks noGrp="1"/>
          </p:cNvSpPr>
          <p:nvPr/>
        </p:nvSpPr>
        <p:spPr>
          <a:xfrm>
            <a:off x="400050" y="481965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第7组项目汇报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333BF560-0F69-4403-8218-54BFFF27D1F0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49530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F1CCBA2D-7004-498D-BA01-7FBB0D6EE4CE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714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l="21388" r="21388"/>
          <a:stretch>
            <a:fillRect/>
          </a:stretch>
        </p:blipFill>
        <p:spPr>
          <a:xfrm>
            <a:off x="6286500" y="495300"/>
            <a:ext cx="5372100" cy="5867400"/>
          </a:xfrm>
          <a:prstGeom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93852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9">
            <a:extLst>
              <a:ext uri="{FF2B5EF4-FFF2-40B4-BE49-F238E27FC236}">
                <a16:creationId xmlns:a16="http://schemas.microsoft.com/office/drawing/2014/main" id="{20059F21-C1A0-4D42-8441-026660850D2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5A46569D-8A71-450C-B450-FC2308C1896D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>
              <a:ext uri="{FF2B5EF4-FFF2-40B4-BE49-F238E27FC236}">
                <a16:creationId xmlns:a16="http://schemas.microsoft.com/office/drawing/2014/main" id="{64137E6E-0B6C-418A-8B48-C6BB7B6045E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>
              <a:ext uri="{FF2B5EF4-FFF2-40B4-BE49-F238E27FC236}">
                <a16:creationId xmlns:a16="http://schemas.microsoft.com/office/drawing/2014/main" id="{C73DA58B-79F6-41CB-BEB0-98598803CF9B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>
              <a:ext uri="{FF2B5EF4-FFF2-40B4-BE49-F238E27FC236}">
                <a16:creationId xmlns:a16="http://schemas.microsoft.com/office/drawing/2014/main" id="{490FBA61-5051-4D99-ACE7-E42D1CA5E5D0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>
              <a:ext uri="{FF2B5EF4-FFF2-40B4-BE49-F238E27FC236}">
                <a16:creationId xmlns:a16="http://schemas.microsoft.com/office/drawing/2014/main" id="{FB5B0AE9-24E8-4CBA-B1E7-0F2E1325320A}"/>
              </a:ext>
            </a:extLst>
          </p:cNvPr>
          <p:cNvSpPr>
            <a:spLocks noGrp="1"/>
          </p:cNvSpPr>
          <p:nvPr/>
        </p:nvSpPr>
        <p:spPr>
          <a:xfrm>
            <a:off x="6457950" y="125730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>
              <a:ext uri="{FF2B5EF4-FFF2-40B4-BE49-F238E27FC236}">
                <a16:creationId xmlns:a16="http://schemas.microsoft.com/office/drawing/2014/main" id="{8C85E213-A8E6-4519-A868-C0E9CE6B0A1D}"/>
              </a:ext>
            </a:extLst>
          </p:cNvPr>
          <p:cNvSpPr>
            <a:spLocks noGrp="1"/>
          </p:cNvSpPr>
          <p:nvPr/>
        </p:nvSpPr>
        <p:spPr>
          <a:xfrm>
            <a:off x="6457950" y="16573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32" name="rule-16"/>
          <p:cNvCxnSpPr/>
          <p:nvPr/>
        </p:nvCxnSpPr>
        <p:spPr>
          <a:xfrm>
            <a:off x="400050" y="24765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>
              <a:ext uri="{FF2B5EF4-FFF2-40B4-BE49-F238E27FC236}">
                <a16:creationId xmlns:a16="http://schemas.microsoft.com/office/drawing/2014/main" id="{8E61651B-ADDC-4D66-98AC-FE18DD8024CE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>
              <a:ext uri="{FF2B5EF4-FFF2-40B4-BE49-F238E27FC236}">
                <a16:creationId xmlns:a16="http://schemas.microsoft.com/office/drawing/2014/main" id="{781115DA-3121-41D6-A1D2-D477C50F69E3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>
              <a:ext uri="{FF2B5EF4-FFF2-40B4-BE49-F238E27FC236}">
                <a16:creationId xmlns:a16="http://schemas.microsoft.com/office/drawing/2014/main" id="{8C166A0C-83F9-46AF-8647-CD9463D47567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36" name="rule-20"/>
          <p:cNvCxnSpPr/>
          <p:nvPr/>
        </p:nvCxnSpPr>
        <p:spPr>
          <a:xfrm>
            <a:off x="30480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>
              <a:ext uri="{FF2B5EF4-FFF2-40B4-BE49-F238E27FC236}">
                <a16:creationId xmlns:a16="http://schemas.microsoft.com/office/drawing/2014/main" id="{DB046FBC-C0CD-481E-892F-83A3CE79F7E8}"/>
              </a:ext>
            </a:extLst>
          </p:cNvPr>
          <p:cNvSpPr>
            <a:spLocks noGrp="1"/>
          </p:cNvSpPr>
          <p:nvPr/>
        </p:nvSpPr>
        <p:spPr>
          <a:xfrm>
            <a:off x="32575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>
              <a:ext uri="{FF2B5EF4-FFF2-40B4-BE49-F238E27FC236}">
                <a16:creationId xmlns:a16="http://schemas.microsoft.com/office/drawing/2014/main" id="{77B8D58C-013C-4261-8A27-F34DF3045737}"/>
              </a:ext>
            </a:extLst>
          </p:cNvPr>
          <p:cNvSpPr>
            <a:spLocks noGrp="1"/>
          </p:cNvSpPr>
          <p:nvPr/>
        </p:nvSpPr>
        <p:spPr>
          <a:xfrm>
            <a:off x="32575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>
              <a:ext uri="{FF2B5EF4-FFF2-40B4-BE49-F238E27FC236}">
                <a16:creationId xmlns:a16="http://schemas.microsoft.com/office/drawing/2014/main" id="{7F6F4F07-3E62-499E-AA50-AA30098DFB0C}"/>
              </a:ext>
            </a:extLst>
          </p:cNvPr>
          <p:cNvSpPr>
            <a:spLocks noGrp="1"/>
          </p:cNvSpPr>
          <p:nvPr/>
        </p:nvSpPr>
        <p:spPr>
          <a:xfrm>
            <a:off x="32575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40" name="rule-24"/>
          <p:cNvCxnSpPr/>
          <p:nvPr/>
        </p:nvCxnSpPr>
        <p:spPr>
          <a:xfrm>
            <a:off x="59055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>
              <a:ext uri="{FF2B5EF4-FFF2-40B4-BE49-F238E27FC236}">
                <a16:creationId xmlns:a16="http://schemas.microsoft.com/office/drawing/2014/main" id="{44707414-3E85-4186-8CCE-4386D6A852A5}"/>
              </a:ext>
            </a:extLst>
          </p:cNvPr>
          <p:cNvSpPr>
            <a:spLocks noGrp="1"/>
          </p:cNvSpPr>
          <p:nvPr/>
        </p:nvSpPr>
        <p:spPr>
          <a:xfrm>
            <a:off x="61150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</a:t>
            </a:r>
          </a:p>
        </p:txBody>
      </p:sp>
      <p:sp>
        <p:nvSpPr>
          <p:cNvPr id="18" name="text-26">
            <a:extLst>
              <a:ext uri="{FF2B5EF4-FFF2-40B4-BE49-F238E27FC236}">
                <a16:creationId xmlns:a16="http://schemas.microsoft.com/office/drawing/2014/main" id="{1B8BB2DA-0140-410C-ADE6-7DC5832AAA21}"/>
              </a:ext>
            </a:extLst>
          </p:cNvPr>
          <p:cNvSpPr>
            <a:spLocks noGrp="1"/>
          </p:cNvSpPr>
          <p:nvPr/>
        </p:nvSpPr>
        <p:spPr>
          <a:xfrm>
            <a:off x="61150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</a:t>
            </a:r>
          </a:p>
        </p:txBody>
      </p:sp>
      <p:sp>
        <p:nvSpPr>
          <p:cNvPr id="19" name="text-27">
            <a:extLst>
              <a:ext uri="{FF2B5EF4-FFF2-40B4-BE49-F238E27FC236}">
                <a16:creationId xmlns:a16="http://schemas.microsoft.com/office/drawing/2014/main" id="{2C527D0C-012A-458E-9EA3-B9573BA5B8C4}"/>
              </a:ext>
            </a:extLst>
          </p:cNvPr>
          <p:cNvSpPr>
            <a:spLocks noGrp="1"/>
          </p:cNvSpPr>
          <p:nvPr/>
        </p:nvSpPr>
        <p:spPr>
          <a:xfrm>
            <a:off x="61150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Compose
Debug APK 构建通过</a:t>
            </a:r>
          </a:p>
        </p:txBody>
      </p:sp>
      <p:cxnSp>
        <p:nvCxnSpPr>
          <p:cNvPr id="44" name="rule-28"/>
          <p:cNvCxnSpPr/>
          <p:nvPr/>
        </p:nvCxnSpPr>
        <p:spPr>
          <a:xfrm>
            <a:off x="87630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>
              <a:ext uri="{FF2B5EF4-FFF2-40B4-BE49-F238E27FC236}">
                <a16:creationId xmlns:a16="http://schemas.microsoft.com/office/drawing/2014/main" id="{C5CF89B5-8A58-430E-9D7D-977F60FA1A10}"/>
              </a:ext>
            </a:extLst>
          </p:cNvPr>
          <p:cNvSpPr>
            <a:spLocks noGrp="1"/>
          </p:cNvSpPr>
          <p:nvPr/>
        </p:nvSpPr>
        <p:spPr>
          <a:xfrm>
            <a:off x="8972550" y="2952750"/>
            <a:ext cx="2819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>
              <a:ext uri="{FF2B5EF4-FFF2-40B4-BE49-F238E27FC236}">
                <a16:creationId xmlns:a16="http://schemas.microsoft.com/office/drawing/2014/main" id="{4C723C3C-6D20-4576-BFFA-742F06EE4349}"/>
              </a:ext>
            </a:extLst>
          </p:cNvPr>
          <p:cNvSpPr>
            <a:spLocks noGrp="1"/>
          </p:cNvSpPr>
          <p:nvPr/>
        </p:nvSpPr>
        <p:spPr>
          <a:xfrm>
            <a:off x="8972550" y="3333750"/>
            <a:ext cx="25717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>
              <a:ext uri="{FF2B5EF4-FFF2-40B4-BE49-F238E27FC236}">
                <a16:creationId xmlns:a16="http://schemas.microsoft.com/office/drawing/2014/main" id="{E4EF640C-66F3-4E37-A884-5F76D58EE37A}"/>
              </a:ext>
            </a:extLst>
          </p:cNvPr>
          <p:cNvSpPr>
            <a:spLocks noGrp="1"/>
          </p:cNvSpPr>
          <p:nvPr/>
        </p:nvSpPr>
        <p:spPr>
          <a:xfrm>
            <a:off x="8972550" y="4171950"/>
            <a:ext cx="25717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>
              <a:ext uri="{FF2B5EF4-FFF2-40B4-BE49-F238E27FC236}">
                <a16:creationId xmlns:a16="http://schemas.microsoft.com/office/drawing/2014/main" id="{391032CC-592C-4613-A8DD-C118E54B166A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07632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17663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33">
            <a:extLst>
              <a:ext uri="{FF2B5EF4-FFF2-40B4-BE49-F238E27FC236}">
                <a16:creationId xmlns:a16="http://schemas.microsoft.com/office/drawing/2014/main" id="{C06F610A-B17E-47F0-B47D-50FE948CC5C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>
              <a:ext uri="{FF2B5EF4-FFF2-40B4-BE49-F238E27FC236}">
                <a16:creationId xmlns:a16="http://schemas.microsoft.com/office/drawing/2014/main" id="{F9088A57-2CF4-47F1-A989-8B6BBEAE6C5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>
              <a:ext uri="{FF2B5EF4-FFF2-40B4-BE49-F238E27FC236}">
                <a16:creationId xmlns:a16="http://schemas.microsoft.com/office/drawing/2014/main" id="{0B7CBEA3-824C-498C-A913-56888890E856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34" name="rule-36"/>
          <p:cNvCxnSpPr/>
          <p:nvPr/>
        </p:nvCxnSpPr>
        <p:spPr>
          <a:xfrm>
            <a:off x="2381250" y="194310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5" name="rule-37"/>
          <p:cNvCxnSpPr/>
          <p:nvPr/>
        </p:nvCxnSpPr>
        <p:spPr>
          <a:xfrm>
            <a:off x="2381250" y="280035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6" name="rule-38"/>
          <p:cNvCxnSpPr/>
          <p:nvPr/>
        </p:nvCxnSpPr>
        <p:spPr>
          <a:xfrm>
            <a:off x="2381250" y="365760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7" name="rule-39"/>
          <p:cNvCxnSpPr/>
          <p:nvPr/>
        </p:nvCxnSpPr>
        <p:spPr>
          <a:xfrm>
            <a:off x="2381250" y="451485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8" name="rule-40"/>
          <p:cNvCxnSpPr/>
          <p:nvPr/>
        </p:nvCxnSpPr>
        <p:spPr>
          <a:xfrm>
            <a:off x="7219950" y="280035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9" name="rule-41"/>
          <p:cNvCxnSpPr/>
          <p:nvPr/>
        </p:nvCxnSpPr>
        <p:spPr>
          <a:xfrm>
            <a:off x="7219950" y="365760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40" name="rule-42"/>
          <p:cNvCxnSpPr/>
          <p:nvPr/>
        </p:nvCxnSpPr>
        <p:spPr>
          <a:xfrm>
            <a:off x="7219950" y="451485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>
              <a:ext uri="{FF2B5EF4-FFF2-40B4-BE49-F238E27FC236}">
                <a16:creationId xmlns:a16="http://schemas.microsoft.com/office/drawing/2014/main" id="{85E0E9DB-5F0E-430E-A385-C1B355D87E61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>
              <a:ext uri="{FF2B5EF4-FFF2-40B4-BE49-F238E27FC236}">
                <a16:creationId xmlns:a16="http://schemas.microsoft.com/office/drawing/2014/main" id="{18AF81BA-3C20-4340-A90B-260EB282B48F}"/>
              </a:ext>
            </a:extLst>
          </p:cNvPr>
          <p:cNvSpPr>
            <a:spLocks noGrp="1"/>
          </p:cNvSpPr>
          <p:nvPr/>
        </p:nvSpPr>
        <p:spPr>
          <a:xfrm>
            <a:off x="400050" y="241935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>
              <a:ext uri="{FF2B5EF4-FFF2-40B4-BE49-F238E27FC236}">
                <a16:creationId xmlns:a16="http://schemas.microsoft.com/office/drawing/2014/main" id="{24BCCF99-951D-40BF-ACA5-169777B10011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>
              <a:ext uri="{FF2B5EF4-FFF2-40B4-BE49-F238E27FC236}">
                <a16:creationId xmlns:a16="http://schemas.microsoft.com/office/drawing/2014/main" id="{55CEDBE1-2C4C-4E77-8059-F4139AF255E6}"/>
              </a:ext>
            </a:extLst>
          </p:cNvPr>
          <p:cNvSpPr>
            <a:spLocks noGrp="1"/>
          </p:cNvSpPr>
          <p:nvPr/>
        </p:nvSpPr>
        <p:spPr>
          <a:xfrm>
            <a:off x="400050" y="413385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>
              <a:ext uri="{FF2B5EF4-FFF2-40B4-BE49-F238E27FC236}">
                <a16:creationId xmlns:a16="http://schemas.microsoft.com/office/drawing/2014/main" id="{31080D66-5D88-49D1-A1E6-76A6DC6BE24F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1524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>
              <a:ext uri="{FF2B5EF4-FFF2-40B4-BE49-F238E27FC236}">
                <a16:creationId xmlns:a16="http://schemas.microsoft.com/office/drawing/2014/main" id="{FE473579-AA44-4A72-9913-FFE7AAD0BEA6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 fontScale="88279"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>
              <a:ext uri="{FF2B5EF4-FFF2-40B4-BE49-F238E27FC236}">
                <a16:creationId xmlns:a16="http://schemas.microsoft.com/office/drawing/2014/main" id="{0193B609-93FA-4892-9AAE-2DDF40BA1F72}"/>
              </a:ext>
            </a:extLst>
          </p:cNvPr>
          <p:cNvSpPr>
            <a:spLocks noGrp="1"/>
          </p:cNvSpPr>
          <p:nvPr/>
        </p:nvSpPr>
        <p:spPr>
          <a:xfrm>
            <a:off x="590550" y="344805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8" name="text-50">
            <a:extLst>
              <a:ext uri="{FF2B5EF4-FFF2-40B4-BE49-F238E27FC236}">
                <a16:creationId xmlns:a16="http://schemas.microsoft.com/office/drawing/2014/main" id="{CA607AA7-DE29-4D74-A666-26B305AA245A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微信小程序</a:t>
            </a:r>
            <a:endParaRPr dirty="0"/>
          </a:p>
        </p:txBody>
      </p:sp>
      <p:sp>
        <p:nvSpPr>
          <p:cNvPr id="19" name="rect-51">
            <a:extLst>
              <a:ext uri="{FF2B5EF4-FFF2-40B4-BE49-F238E27FC236}">
                <a16:creationId xmlns:a16="http://schemas.microsoft.com/office/drawing/2014/main" id="{50D2E89C-1075-48DE-BC7D-EA2EEF170B7C}"/>
              </a:ext>
            </a:extLst>
          </p:cNvPr>
          <p:cNvSpPr>
            <a:spLocks noGrp="1"/>
          </p:cNvSpPr>
          <p:nvPr/>
        </p:nvSpPr>
        <p:spPr>
          <a:xfrm>
            <a:off x="5162550" y="2133600"/>
            <a:ext cx="2057400" cy="2952750"/>
          </a:xfrm>
          <a:prstGeom prst="rect">
            <a:avLst/>
          </a:prstGeom>
          <a:solidFill>
            <a:srgbClr val="EAF1FF"/>
          </a:solidFill>
          <a:ln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>
              <a:ext uri="{FF2B5EF4-FFF2-40B4-BE49-F238E27FC236}">
                <a16:creationId xmlns:a16="http://schemas.microsoft.com/office/drawing/2014/main" id="{7D9B651C-9539-49CD-B2B8-FC8989B5C2AE}"/>
              </a:ext>
            </a:extLst>
          </p:cNvPr>
          <p:cNvSpPr>
            <a:spLocks noGrp="1"/>
          </p:cNvSpPr>
          <p:nvPr/>
        </p:nvSpPr>
        <p:spPr>
          <a:xfrm>
            <a:off x="5486400" y="2476500"/>
            <a:ext cx="14097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51" name="rule-53"/>
          <p:cNvCxnSpPr/>
          <p:nvPr/>
        </p:nvCxnSpPr>
        <p:spPr>
          <a:xfrm>
            <a:off x="5505450" y="3009900"/>
            <a:ext cx="1371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>
              <a:ext uri="{FF2B5EF4-FFF2-40B4-BE49-F238E27FC236}">
                <a16:creationId xmlns:a16="http://schemas.microsoft.com/office/drawing/2014/main" id="{33AEFA92-7146-495A-89E9-8158DEAD1D76}"/>
              </a:ext>
            </a:extLst>
          </p:cNvPr>
          <p:cNvSpPr>
            <a:spLocks noGrp="1"/>
          </p:cNvSpPr>
          <p:nvPr/>
        </p:nvSpPr>
        <p:spPr>
          <a:xfrm>
            <a:off x="5429250" y="3295650"/>
            <a:ext cx="1524000" cy="800100"/>
          </a:xfrm>
          <a:prstGeom prst="rect">
            <a:avLst/>
          </a:prstGeom>
        </p:spPr>
        <p:txBody>
          <a:bodyPr wrap="square" lIns="0" tIns="0" rIns="0" bIns="0" anchor="ctr">
            <a:normAutofit fontScale="78162"/>
          </a:bodyPr>
          <a:lstStyle/>
          <a:p>
            <a:pPr algn="ctr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>
              <a:ext uri="{FF2B5EF4-FFF2-40B4-BE49-F238E27FC236}">
                <a16:creationId xmlns:a16="http://schemas.microsoft.com/office/drawing/2014/main" id="{B81EAE9B-B245-47D8-AC90-13C3444ADEE2}"/>
              </a:ext>
            </a:extLst>
          </p:cNvPr>
          <p:cNvSpPr>
            <a:spLocks noGrp="1"/>
          </p:cNvSpPr>
          <p:nvPr/>
        </p:nvSpPr>
        <p:spPr>
          <a:xfrm>
            <a:off x="5429250" y="4400550"/>
            <a:ext cx="1524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>
              <a:ext uri="{FF2B5EF4-FFF2-40B4-BE49-F238E27FC236}">
                <a16:creationId xmlns:a16="http://schemas.microsoft.com/office/drawing/2014/main" id="{B42D52A1-64AA-40A4-8828-CF4B6FE462D9}"/>
              </a:ext>
            </a:extLst>
          </p:cNvPr>
          <p:cNvSpPr>
            <a:spLocks noGrp="1"/>
          </p:cNvSpPr>
          <p:nvPr/>
        </p:nvSpPr>
        <p:spPr>
          <a:xfrm>
            <a:off x="8972550" y="241935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>
              <a:ext uri="{FF2B5EF4-FFF2-40B4-BE49-F238E27FC236}">
                <a16:creationId xmlns:a16="http://schemas.microsoft.com/office/drawing/2014/main" id="{D7C8F596-17E3-4B7D-B9C3-9CB451DF78EC}"/>
              </a:ext>
            </a:extLst>
          </p:cNvPr>
          <p:cNvSpPr>
            <a:spLocks noGrp="1"/>
          </p:cNvSpPr>
          <p:nvPr/>
        </p:nvSpPr>
        <p:spPr>
          <a:xfrm>
            <a:off x="8972550" y="327660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>
              <a:ext uri="{FF2B5EF4-FFF2-40B4-BE49-F238E27FC236}">
                <a16:creationId xmlns:a16="http://schemas.microsoft.com/office/drawing/2014/main" id="{EA64EFE1-6B85-45F8-B400-76BED117BD74}"/>
              </a:ext>
            </a:extLst>
          </p:cNvPr>
          <p:cNvSpPr>
            <a:spLocks noGrp="1"/>
          </p:cNvSpPr>
          <p:nvPr/>
        </p:nvSpPr>
        <p:spPr>
          <a:xfrm>
            <a:off x="8972550" y="413385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>
              <a:ext uri="{FF2B5EF4-FFF2-40B4-BE49-F238E27FC236}">
                <a16:creationId xmlns:a16="http://schemas.microsoft.com/office/drawing/2014/main" id="{92B43B45-D1F0-46BF-AA0C-4508785F205B}"/>
              </a:ext>
            </a:extLst>
          </p:cNvPr>
          <p:cNvSpPr>
            <a:spLocks noGrp="1"/>
          </p:cNvSpPr>
          <p:nvPr/>
        </p:nvSpPr>
        <p:spPr>
          <a:xfrm>
            <a:off x="9201150" y="259080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 fontScale="92094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>
              <a:ext uri="{FF2B5EF4-FFF2-40B4-BE49-F238E27FC236}">
                <a16:creationId xmlns:a16="http://schemas.microsoft.com/office/drawing/2014/main" id="{D557BEC2-5DD8-424A-8CD3-4AACC37341C3}"/>
              </a:ext>
            </a:extLst>
          </p:cNvPr>
          <p:cNvSpPr>
            <a:spLocks noGrp="1"/>
          </p:cNvSpPr>
          <p:nvPr/>
        </p:nvSpPr>
        <p:spPr>
          <a:xfrm>
            <a:off x="9201150" y="344805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>
              <a:ext uri="{FF2B5EF4-FFF2-40B4-BE49-F238E27FC236}">
                <a16:creationId xmlns:a16="http://schemas.microsoft.com/office/drawing/2014/main" id="{9145AD62-EEDF-45A0-8C79-4EEBD0FD0763}"/>
              </a:ext>
            </a:extLst>
          </p:cNvPr>
          <p:cNvSpPr>
            <a:spLocks noGrp="1"/>
          </p:cNvSpPr>
          <p:nvPr/>
        </p:nvSpPr>
        <p:spPr>
          <a:xfrm>
            <a:off x="9201150" y="430530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 fontScale="91302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SignalR</a:t>
            </a:r>
            <a:r>
              <a:rPr dirty="0"/>
              <a:t> / Agora · </a:t>
            </a:r>
            <a:r>
              <a:rPr dirty="0" err="1"/>
              <a:t>实时</a:t>
            </a:r>
            <a:endParaRPr dirty="0"/>
          </a:p>
        </p:txBody>
      </p:sp>
      <p:sp>
        <p:nvSpPr>
          <p:cNvPr id="30" name="text-62">
            <a:extLst>
              <a:ext uri="{FF2B5EF4-FFF2-40B4-BE49-F238E27FC236}">
                <a16:creationId xmlns:a16="http://schemas.microsoft.com/office/drawing/2014/main" id="{CABFA5B0-0ADB-49CC-AE02-67370CC08901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049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15772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63">
            <a:extLst>
              <a:ext uri="{FF2B5EF4-FFF2-40B4-BE49-F238E27FC236}">
                <a16:creationId xmlns:a16="http://schemas.microsoft.com/office/drawing/2014/main" id="{7FBEAE61-0AF7-4AF6-8B98-6DD2743D2CA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>
              <a:ext uri="{FF2B5EF4-FFF2-40B4-BE49-F238E27FC236}">
                <a16:creationId xmlns:a16="http://schemas.microsoft.com/office/drawing/2014/main" id="{340D08BE-B1F2-4F5E-A456-DEDE0C0BDDD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>
              <a:ext uri="{FF2B5EF4-FFF2-40B4-BE49-F238E27FC236}">
                <a16:creationId xmlns:a16="http://schemas.microsoft.com/office/drawing/2014/main" id="{B12BBDFE-FC56-4C15-9165-A6D4A2A8B71A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4" name="rule-66"/>
          <p:cNvCxnSpPr/>
          <p:nvPr/>
        </p:nvCxnSpPr>
        <p:spPr>
          <a:xfrm>
            <a:off x="30289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cxnSp>
        <p:nvCxnSpPr>
          <p:cNvPr id="25" name="rule-67"/>
          <p:cNvCxnSpPr/>
          <p:nvPr/>
        </p:nvCxnSpPr>
        <p:spPr>
          <a:xfrm>
            <a:off x="59245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cxnSp>
        <p:nvCxnSpPr>
          <p:cNvPr id="26" name="rule-68"/>
          <p:cNvCxnSpPr/>
          <p:nvPr/>
        </p:nvCxnSpPr>
        <p:spPr>
          <a:xfrm>
            <a:off x="88201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>
              <a:ext uri="{FF2B5EF4-FFF2-40B4-BE49-F238E27FC236}">
                <a16:creationId xmlns:a16="http://schemas.microsoft.com/office/drawing/2014/main" id="{EBC48678-3FBA-4AF2-A8D6-31F5F4C8F0C4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>
              <a:ext uri="{FF2B5EF4-FFF2-40B4-BE49-F238E27FC236}">
                <a16:creationId xmlns:a16="http://schemas.microsoft.com/office/drawing/2014/main" id="{371B69D8-8E0F-4B49-B523-9382D5B85029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>
              <a:ext uri="{FF2B5EF4-FFF2-40B4-BE49-F238E27FC236}">
                <a16:creationId xmlns:a16="http://schemas.microsoft.com/office/drawing/2014/main" id="{6F811067-EA22-48DC-8BD7-62646842A12B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>
              <a:ext uri="{FF2B5EF4-FFF2-40B4-BE49-F238E27FC236}">
                <a16:creationId xmlns:a16="http://schemas.microsoft.com/office/drawing/2014/main" id="{B0658D6C-5736-4AF1-8623-DD3BABCB9400}"/>
              </a:ext>
            </a:extLst>
          </p:cNvPr>
          <p:cNvSpPr>
            <a:spLocks noGrp="1"/>
          </p:cNvSpPr>
          <p:nvPr/>
        </p:nvSpPr>
        <p:spPr>
          <a:xfrm>
            <a:off x="32956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>
              <a:ext uri="{FF2B5EF4-FFF2-40B4-BE49-F238E27FC236}">
                <a16:creationId xmlns:a16="http://schemas.microsoft.com/office/drawing/2014/main" id="{2AE8CA5A-1C38-4553-BD9B-6B14DD3A4C1D}"/>
              </a:ext>
            </a:extLst>
          </p:cNvPr>
          <p:cNvSpPr>
            <a:spLocks noGrp="1"/>
          </p:cNvSpPr>
          <p:nvPr/>
        </p:nvSpPr>
        <p:spPr>
          <a:xfrm>
            <a:off x="32956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>
              <a:ext uri="{FF2B5EF4-FFF2-40B4-BE49-F238E27FC236}">
                <a16:creationId xmlns:a16="http://schemas.microsoft.com/office/drawing/2014/main" id="{7A631E24-0955-4D53-8A5E-8942BA1DBBDB}"/>
              </a:ext>
            </a:extLst>
          </p:cNvPr>
          <p:cNvSpPr>
            <a:spLocks noGrp="1"/>
          </p:cNvSpPr>
          <p:nvPr/>
        </p:nvSpPr>
        <p:spPr>
          <a:xfrm>
            <a:off x="32956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>
              <a:ext uri="{FF2B5EF4-FFF2-40B4-BE49-F238E27FC236}">
                <a16:creationId xmlns:a16="http://schemas.microsoft.com/office/drawing/2014/main" id="{52636340-F690-4432-9900-B488B107FD61}"/>
              </a:ext>
            </a:extLst>
          </p:cNvPr>
          <p:cNvSpPr>
            <a:spLocks noGrp="1"/>
          </p:cNvSpPr>
          <p:nvPr/>
        </p:nvSpPr>
        <p:spPr>
          <a:xfrm>
            <a:off x="61912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>
              <a:ext uri="{FF2B5EF4-FFF2-40B4-BE49-F238E27FC236}">
                <a16:creationId xmlns:a16="http://schemas.microsoft.com/office/drawing/2014/main" id="{C84BE10B-8275-4C0A-BF7E-ACC7704EA286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>
              <a:ext uri="{FF2B5EF4-FFF2-40B4-BE49-F238E27FC236}">
                <a16:creationId xmlns:a16="http://schemas.microsoft.com/office/drawing/2014/main" id="{62C23422-8359-4406-AE4D-0CCEECFAA522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>
              <a:ext uri="{FF2B5EF4-FFF2-40B4-BE49-F238E27FC236}">
                <a16:creationId xmlns:a16="http://schemas.microsoft.com/office/drawing/2014/main" id="{1792A147-70D5-4193-9024-C7C792BD508E}"/>
              </a:ext>
            </a:extLst>
          </p:cNvPr>
          <p:cNvSpPr>
            <a:spLocks noGrp="1"/>
          </p:cNvSpPr>
          <p:nvPr/>
        </p:nvSpPr>
        <p:spPr>
          <a:xfrm>
            <a:off x="90868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>
              <a:ext uri="{FF2B5EF4-FFF2-40B4-BE49-F238E27FC236}">
                <a16:creationId xmlns:a16="http://schemas.microsoft.com/office/drawing/2014/main" id="{B1315E84-EC77-470A-B2E1-8DE2543055B4}"/>
              </a:ext>
            </a:extLst>
          </p:cNvPr>
          <p:cNvSpPr>
            <a:spLocks noGrp="1"/>
          </p:cNvSpPr>
          <p:nvPr/>
        </p:nvSpPr>
        <p:spPr>
          <a:xfrm>
            <a:off x="90868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>
              <a:ext uri="{FF2B5EF4-FFF2-40B4-BE49-F238E27FC236}">
                <a16:creationId xmlns:a16="http://schemas.microsoft.com/office/drawing/2014/main" id="{88ACEFC6-EB07-4535-8F3B-2889EE31E545}"/>
              </a:ext>
            </a:extLst>
          </p:cNvPr>
          <p:cNvSpPr>
            <a:spLocks noGrp="1"/>
          </p:cNvSpPr>
          <p:nvPr/>
        </p:nvSpPr>
        <p:spPr>
          <a:xfrm>
            <a:off x="90868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>
              <a:ext uri="{FF2B5EF4-FFF2-40B4-BE49-F238E27FC236}">
                <a16:creationId xmlns:a16="http://schemas.microsoft.com/office/drawing/2014/main" id="{2933B288-3E6F-4A50-AE17-DE3A29E15F04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391900" cy="6667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0" name="text-82">
            <a:extLst>
              <a:ext uri="{FF2B5EF4-FFF2-40B4-BE49-F238E27FC236}">
                <a16:creationId xmlns:a16="http://schemas.microsoft.com/office/drawing/2014/main" id="{62B4D4AC-8BB9-4CD7-B491-9FA84489DBE9}"/>
              </a:ext>
            </a:extLst>
          </p:cNvPr>
          <p:cNvSpPr>
            <a:spLocks noGrp="1"/>
          </p:cNvSpPr>
          <p:nvPr/>
        </p:nvSpPr>
        <p:spPr>
          <a:xfrm>
            <a:off x="628650" y="5524500"/>
            <a:ext cx="10934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74385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83">
            <a:extLst>
              <a:ext uri="{FF2B5EF4-FFF2-40B4-BE49-F238E27FC236}">
                <a16:creationId xmlns:a16="http://schemas.microsoft.com/office/drawing/2014/main" id="{3E358A26-BAE0-49EA-9231-117298E0F92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>
              <a:ext uri="{FF2B5EF4-FFF2-40B4-BE49-F238E27FC236}">
                <a16:creationId xmlns:a16="http://schemas.microsoft.com/office/drawing/2014/main" id="{6682547C-4693-402C-B4BE-D151CCAABF98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>
              <a:ext uri="{FF2B5EF4-FFF2-40B4-BE49-F238E27FC236}">
                <a16:creationId xmlns:a16="http://schemas.microsoft.com/office/drawing/2014/main" id="{C08DF485-E783-461C-AD17-D4463E58CE76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>
              <a:ext uri="{FF2B5EF4-FFF2-40B4-BE49-F238E27FC236}">
                <a16:creationId xmlns:a16="http://schemas.microsoft.com/office/drawing/2014/main" id="{50830CBA-8BD5-4FA3-A40B-EDA5F31EE900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7867650" cy="48577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1AF40F04-226A-4350-AE75-BCAE3B29FC09}"/>
              </a:ext>
            </a:extLst>
          </p:cNvPr>
          <p:cNvSpPr>
            <a:spLocks noGrp="1"/>
          </p:cNvSpPr>
          <p:nvPr/>
        </p:nvSpPr>
        <p:spPr>
          <a:xfrm>
            <a:off x="8705850" y="1352550"/>
            <a:ext cx="2476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>
              <a:ext uri="{FF2B5EF4-FFF2-40B4-BE49-F238E27FC236}">
                <a16:creationId xmlns:a16="http://schemas.microsoft.com/office/drawing/2014/main" id="{C0CA38C4-827E-49FA-BC53-C9C656C20679}"/>
              </a:ext>
            </a:extLst>
          </p:cNvPr>
          <p:cNvSpPr>
            <a:spLocks noGrp="1"/>
          </p:cNvSpPr>
          <p:nvPr/>
        </p:nvSpPr>
        <p:spPr>
          <a:xfrm>
            <a:off x="8705850" y="1752600"/>
            <a:ext cx="2762250" cy="80010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19" name="rule-89"/>
          <p:cNvCxnSpPr/>
          <p:nvPr/>
        </p:nvCxnSpPr>
        <p:spPr>
          <a:xfrm>
            <a:off x="8705850" y="2800350"/>
            <a:ext cx="276225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>
              <a:ext uri="{FF2B5EF4-FFF2-40B4-BE49-F238E27FC236}">
                <a16:creationId xmlns:a16="http://schemas.microsoft.com/office/drawing/2014/main" id="{715A4AB1-EB65-4875-9DAA-89369DBE9E84}"/>
              </a:ext>
            </a:extLst>
          </p:cNvPr>
          <p:cNvSpPr>
            <a:spLocks noGrp="1"/>
          </p:cNvSpPr>
          <p:nvPr/>
        </p:nvSpPr>
        <p:spPr>
          <a:xfrm>
            <a:off x="8705850" y="3048000"/>
            <a:ext cx="2476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>
              <a:ext uri="{FF2B5EF4-FFF2-40B4-BE49-F238E27FC236}">
                <a16:creationId xmlns:a16="http://schemas.microsoft.com/office/drawing/2014/main" id="{0811D796-92C3-4F86-B575-4E9E2BEC3E34}"/>
              </a:ext>
            </a:extLst>
          </p:cNvPr>
          <p:cNvSpPr>
            <a:spLocks noGrp="1"/>
          </p:cNvSpPr>
          <p:nvPr/>
        </p:nvSpPr>
        <p:spPr>
          <a:xfrm>
            <a:off x="8705850" y="3486150"/>
            <a:ext cx="2762250" cy="160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>
              <a:ext uri="{FF2B5EF4-FFF2-40B4-BE49-F238E27FC236}">
                <a16:creationId xmlns:a16="http://schemas.microsoft.com/office/drawing/2014/main" id="{CBF954AC-1000-4C72-A231-96BA15FAD913}"/>
              </a:ext>
            </a:extLst>
          </p:cNvPr>
          <p:cNvSpPr>
            <a:spLocks noGrp="1"/>
          </p:cNvSpPr>
          <p:nvPr/>
        </p:nvSpPr>
        <p:spPr>
          <a:xfrm>
            <a:off x="8705850" y="5334000"/>
            <a:ext cx="2762250" cy="7239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1" name="text-93">
            <a:extLst>
              <a:ext uri="{FF2B5EF4-FFF2-40B4-BE49-F238E27FC236}">
                <a16:creationId xmlns:a16="http://schemas.microsoft.com/office/drawing/2014/main" id="{5198FDA6-3EE9-42D2-8FCC-EE397F211909}"/>
              </a:ext>
            </a:extLst>
          </p:cNvPr>
          <p:cNvSpPr>
            <a:spLocks noGrp="1"/>
          </p:cNvSpPr>
          <p:nvPr/>
        </p:nvSpPr>
        <p:spPr>
          <a:xfrm>
            <a:off x="8896350" y="5467350"/>
            <a:ext cx="2381250" cy="476250"/>
          </a:xfrm>
          <a:prstGeom prst="rect">
            <a:avLst/>
          </a:prstGeom>
        </p:spPr>
        <p:txBody>
          <a:bodyPr wrap="square" lIns="0" tIns="0" rIns="0" bIns="0" anchor="t">
            <a:normAutofit fontScale="94697"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555" y="1314450"/>
            <a:ext cx="7406640" cy="4629150"/>
          </a:xfrm>
          <a:prstGeom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178440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94">
            <a:extLst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410200" cy="33718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noGrp="1"/>
          </p:cNvSpPr>
          <p:nvPr/>
        </p:nvSpPr>
        <p:spPr>
          <a:xfrm>
            <a:off x="5981700" y="1238250"/>
            <a:ext cx="5810250" cy="33718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noGrp="1"/>
          </p:cNvSpPr>
          <p:nvPr/>
        </p:nvSpPr>
        <p:spPr>
          <a:xfrm>
            <a:off x="400050" y="48768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52768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2095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noGrp="1"/>
          </p:cNvSpPr>
          <p:nvPr/>
        </p:nvSpPr>
        <p:spPr>
          <a:xfrm>
            <a:off x="5981700" y="5276850"/>
            <a:ext cx="56578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0070" y="1333500"/>
            <a:ext cx="5090160" cy="3181350"/>
          </a:xfrm>
          <a:prstGeom prst="roundRect">
            <a:avLst>
              <a:gd name="adj" fmla="val 1796"/>
            </a:avLst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1745" y="1333500"/>
            <a:ext cx="5090160" cy="3181350"/>
          </a:xfrm>
          <a:prstGeom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103">
            <a:extLst>
              <a:ext uri="{FF2B5EF4-FFF2-40B4-BE49-F238E27FC236}">
                <a16:creationId xmlns:a16="http://schemas.microsoft.com/office/drawing/2014/main" id="{C43911A1-5FD7-4224-8651-9D8993FF802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端侧技术按场景分工，共享同一套 API</a:t>
            </a:r>
          </a:p>
        </p:txBody>
      </p:sp>
      <p:sp>
        <p:nvSpPr>
          <p:cNvPr id="2" name="text-104">
            <a:extLst>
              <a:ext uri="{FF2B5EF4-FFF2-40B4-BE49-F238E27FC236}">
                <a16:creationId xmlns:a16="http://schemas.microsoft.com/office/drawing/2014/main" id="{B4B5A27D-1271-40EC-A0FE-1E0CC5898A3F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>
              <a:ext uri="{FF2B5EF4-FFF2-40B4-BE49-F238E27FC236}">
                <a16:creationId xmlns:a16="http://schemas.microsoft.com/office/drawing/2014/main" id="{47DDBB6F-8371-4F30-8B2B-008FFFFD14EE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>
              <a:ext uri="{FF2B5EF4-FFF2-40B4-BE49-F238E27FC236}">
                <a16:creationId xmlns:a16="http://schemas.microsoft.com/office/drawing/2014/main" id="{8D3BFB00-1532-42BB-8B61-0639E81D514E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52006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>
              <a:ext uri="{FF2B5EF4-FFF2-40B4-BE49-F238E27FC236}">
                <a16:creationId xmlns:a16="http://schemas.microsoft.com/office/drawing/2014/main" id="{F077D911-0C4A-4A8F-840D-C602E4D202CE}"/>
              </a:ext>
            </a:extLst>
          </p:cNvPr>
          <p:cNvSpPr>
            <a:spLocks noGrp="1"/>
          </p:cNvSpPr>
          <p:nvPr/>
        </p:nvSpPr>
        <p:spPr>
          <a:xfrm>
            <a:off x="6591300" y="1314450"/>
            <a:ext cx="52006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>
              <a:ext uri="{FF2B5EF4-FFF2-40B4-BE49-F238E27FC236}">
                <a16:creationId xmlns:a16="http://schemas.microsoft.com/office/drawing/2014/main" id="{3AF6F196-F8CA-4B8D-AD88-09EBAD571930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28575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>
              <a:ext uri="{FF2B5EF4-FFF2-40B4-BE49-F238E27FC236}">
                <a16:creationId xmlns:a16="http://schemas.microsoft.com/office/drawing/2014/main" id="{B98D8DE2-1757-48AE-BB32-73473185A68B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Electron</a:t>
            </a:r>
          </a:p>
        </p:txBody>
      </p:sp>
      <p:sp>
        <p:nvSpPr>
          <p:cNvPr id="8" name="text-110">
            <a:extLst>
              <a:ext uri="{FF2B5EF4-FFF2-40B4-BE49-F238E27FC236}">
                <a16:creationId xmlns:a16="http://schemas.microsoft.com/office/drawing/2014/main" id="{2DAC1B5A-1856-4CA1-BAC9-88B44772EB70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419100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rect-111">
            <a:extLst>
              <a:ext uri="{FF2B5EF4-FFF2-40B4-BE49-F238E27FC236}">
                <a16:creationId xmlns:a16="http://schemas.microsoft.com/office/drawing/2014/main" id="{DAB41A87-FCC9-481B-A2E3-4131BCBF914E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4191000" cy="6096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text-112">
            <a:extLst>
              <a:ext uri="{FF2B5EF4-FFF2-40B4-BE49-F238E27FC236}">
                <a16:creationId xmlns:a16="http://schemas.microsoft.com/office/drawing/2014/main" id="{39F4B9C9-6A99-4FE8-B79A-27E388C0AB9C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38481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微信小程序：uni-app 独立实现 · 生产构建通过</a:t>
            </a:r>
          </a:p>
        </p:txBody>
      </p:sp>
      <p:sp>
        <p:nvSpPr>
          <p:cNvPr id="11" name="text-113">
            <a:extLst>
              <a:ext uri="{FF2B5EF4-FFF2-40B4-BE49-F238E27FC236}">
                <a16:creationId xmlns:a16="http://schemas.microsoft.com/office/drawing/2014/main" id="{D699AD76-A981-4221-B76F-09240CE941F2}"/>
              </a:ext>
            </a:extLst>
          </p:cNvPr>
          <p:cNvSpPr>
            <a:spLocks noGrp="1"/>
          </p:cNvSpPr>
          <p:nvPr/>
        </p:nvSpPr>
        <p:spPr>
          <a:xfrm>
            <a:off x="6858000" y="1581150"/>
            <a:ext cx="3714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2" name="text-114">
            <a:extLst>
              <a:ext uri="{FF2B5EF4-FFF2-40B4-BE49-F238E27FC236}">
                <a16:creationId xmlns:a16="http://schemas.microsoft.com/office/drawing/2014/main" id="{6366FCAA-0044-4D19-8163-D77EAA0CC2F5}"/>
              </a:ext>
            </a:extLst>
          </p:cNvPr>
          <p:cNvSpPr>
            <a:spLocks noGrp="1"/>
          </p:cNvSpPr>
          <p:nvPr/>
        </p:nvSpPr>
        <p:spPr>
          <a:xfrm>
            <a:off x="6858000" y="2171700"/>
            <a:ext cx="428625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Jetpack Compose</a:t>
            </a:r>
          </a:p>
        </p:txBody>
      </p:sp>
      <p:sp>
        <p:nvSpPr>
          <p:cNvPr id="13" name="text-115">
            <a:extLst>
              <a:ext uri="{FF2B5EF4-FFF2-40B4-BE49-F238E27FC236}">
                <a16:creationId xmlns:a16="http://schemas.microsoft.com/office/drawing/2014/main" id="{AAEF5ABD-5812-410E-893A-90AE7C514E20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28625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AppViewModel / StateFlow 状态驱动
• Retrofit / OkHttp 对接 REST
• SignalR 接收实时消息
• Agora RTC 视频会议</a:t>
            </a:r>
          </a:p>
        </p:txBody>
      </p:sp>
      <p:sp>
        <p:nvSpPr>
          <p:cNvPr id="14" name="rect-116">
            <a:extLst>
              <a:ext uri="{FF2B5EF4-FFF2-40B4-BE49-F238E27FC236}">
                <a16:creationId xmlns:a16="http://schemas.microsoft.com/office/drawing/2014/main" id="{38401086-0767-45C8-8DCB-60CFE2E99681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362450" cy="6096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5" name="text-117">
            <a:extLst>
              <a:ext uri="{FF2B5EF4-FFF2-40B4-BE49-F238E27FC236}">
                <a16:creationId xmlns:a16="http://schemas.microsoft.com/office/drawing/2014/main" id="{7E9AE6BA-B0D0-4304-BA33-FA91FDA1C2E5}"/>
              </a:ext>
            </a:extLst>
          </p:cNvPr>
          <p:cNvSpPr>
            <a:spLocks noGrp="1"/>
          </p:cNvSpPr>
          <p:nvPr/>
        </p:nvSpPr>
        <p:spPr>
          <a:xfrm>
            <a:off x="7029450" y="5124450"/>
            <a:ext cx="4019550" cy="285750"/>
          </a:xfrm>
          <a:prstGeom prst="rect">
            <a:avLst/>
          </a:prstGeom>
        </p:spPr>
        <p:txBody>
          <a:bodyPr wrap="square" lIns="0" tIns="0" rIns="0" bIns="0" anchor="t">
            <a:normAutofit fontScale="90162"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DataStore 会话 · Coil 图片 · 61 个 Compose 标记</a:t>
            </a:r>
          </a:p>
        </p:txBody>
      </p:sp>
      <p:sp>
        <p:nvSpPr>
          <p:cNvPr id="16" name="rect-118">
            <a:extLst>
              <a:ext uri="{FF2B5EF4-FFF2-40B4-BE49-F238E27FC236}">
                <a16:creationId xmlns:a16="http://schemas.microsoft.com/office/drawing/2014/main" id="{12BBA73F-7E86-4550-8AF2-24A33851168A}"/>
              </a:ext>
            </a:extLst>
          </p:cNvPr>
          <p:cNvSpPr>
            <a:spLocks noGrp="1"/>
          </p:cNvSpPr>
          <p:nvPr/>
        </p:nvSpPr>
        <p:spPr>
          <a:xfrm>
            <a:off x="5762625" y="3181350"/>
            <a:ext cx="590550" cy="59055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7" name="text-119">
            <a:extLst>
              <a:ext uri="{FF2B5EF4-FFF2-40B4-BE49-F238E27FC236}">
                <a16:creationId xmlns:a16="http://schemas.microsoft.com/office/drawing/2014/main" id="{CC3FC96F-5550-4957-9C3B-138AECC6095A}"/>
              </a:ext>
            </a:extLst>
          </p:cNvPr>
          <p:cNvSpPr>
            <a:spLocks noGrp="1"/>
          </p:cNvSpPr>
          <p:nvPr/>
        </p:nvSpPr>
        <p:spPr>
          <a:xfrm>
            <a:off x="5819775" y="3324225"/>
            <a:ext cx="476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65937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120">
            <a:extLst>
              <a:ext uri="{FF2B5EF4-FFF2-40B4-BE49-F238E27FC236}">
                <a16:creationId xmlns:a16="http://schemas.microsoft.com/office/drawing/2014/main" id="{A1DDDD2C-43B2-4F82-83E6-B438E40DDCF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21">
            <a:extLst>
              <a:ext uri="{FF2B5EF4-FFF2-40B4-BE49-F238E27FC236}">
                <a16:creationId xmlns:a16="http://schemas.microsoft.com/office/drawing/2014/main" id="{B7AA881D-897D-4A59-9AD7-9EDF922EA239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22">
            <a:extLst>
              <a:ext uri="{FF2B5EF4-FFF2-40B4-BE49-F238E27FC236}">
                <a16:creationId xmlns:a16="http://schemas.microsoft.com/office/drawing/2014/main" id="{B55FBDF6-45EA-451A-AD30-902844F0BD4F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3">
            <a:extLst>
              <a:ext uri="{FF2B5EF4-FFF2-40B4-BE49-F238E27FC236}">
                <a16:creationId xmlns:a16="http://schemas.microsoft.com/office/drawing/2014/main" id="{130D1294-FBC1-4CC2-AD92-138F09B6FA04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2286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4">
            <a:extLst>
              <a:ext uri="{FF2B5EF4-FFF2-40B4-BE49-F238E27FC236}">
                <a16:creationId xmlns:a16="http://schemas.microsoft.com/office/drawing/2014/main" id="{FD358020-F2D6-4B96-96CA-B587F9C1C245}"/>
              </a:ext>
            </a:extLst>
          </p:cNvPr>
          <p:cNvSpPr>
            <a:spLocks noGrp="1"/>
          </p:cNvSpPr>
          <p:nvPr/>
        </p:nvSpPr>
        <p:spPr>
          <a:xfrm>
            <a:off x="3314700" y="1257300"/>
            <a:ext cx="2381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5">
            <a:extLst>
              <a:ext uri="{FF2B5EF4-FFF2-40B4-BE49-F238E27FC236}">
                <a16:creationId xmlns:a16="http://schemas.microsoft.com/office/drawing/2014/main" id="{DE2021E6-A68D-4BED-ACAD-ACF846B1876F}"/>
              </a:ext>
            </a:extLst>
          </p:cNvPr>
          <p:cNvSpPr>
            <a:spLocks noGrp="1"/>
          </p:cNvSpPr>
          <p:nvPr/>
        </p:nvSpPr>
        <p:spPr>
          <a:xfrm>
            <a:off x="6229350" y="125730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6">
            <a:extLst>
              <a:ext uri="{FF2B5EF4-FFF2-40B4-BE49-F238E27FC236}">
                <a16:creationId xmlns:a16="http://schemas.microsoft.com/office/drawing/2014/main" id="{6D082E4C-67A6-4FAF-8B8D-306F47CB5993}"/>
              </a:ext>
            </a:extLst>
          </p:cNvPr>
          <p:cNvSpPr>
            <a:spLocks noGrp="1"/>
          </p:cNvSpPr>
          <p:nvPr/>
        </p:nvSpPr>
        <p:spPr>
          <a:xfrm>
            <a:off x="9144000" y="1257300"/>
            <a:ext cx="26479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26" name="rule-127"/>
          <p:cNvCxnSpPr/>
          <p:nvPr/>
        </p:nvCxnSpPr>
        <p:spPr>
          <a:xfrm>
            <a:off x="400050" y="18859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9" name="text-128">
            <a:extLst>
              <a:ext uri="{FF2B5EF4-FFF2-40B4-BE49-F238E27FC236}">
                <a16:creationId xmlns:a16="http://schemas.microsoft.com/office/drawing/2014/main" id="{504F09C3-9475-4004-A3C3-F52B88E1ADBE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9">
            <a:extLst>
              <a:ext uri="{FF2B5EF4-FFF2-40B4-BE49-F238E27FC236}">
                <a16:creationId xmlns:a16="http://schemas.microsoft.com/office/drawing/2014/main" id="{22F38D72-53D4-4292-86D0-7E8DF6166ADE}"/>
              </a:ext>
            </a:extLst>
          </p:cNvPr>
          <p:cNvSpPr>
            <a:spLocks noGrp="1"/>
          </p:cNvSpPr>
          <p:nvPr/>
        </p:nvSpPr>
        <p:spPr>
          <a:xfrm>
            <a:off x="4000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29" name="rule-130"/>
          <p:cNvCxnSpPr/>
          <p:nvPr/>
        </p:nvCxnSpPr>
        <p:spPr>
          <a:xfrm>
            <a:off x="4000500" y="2152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131">
            <a:extLst>
              <a:ext uri="{FF2B5EF4-FFF2-40B4-BE49-F238E27FC236}">
                <a16:creationId xmlns:a16="http://schemas.microsoft.com/office/drawing/2014/main" id="{0A8D4B69-FF29-49CF-A61E-0B66FE745507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32">
            <a:extLst>
              <a:ext uri="{FF2B5EF4-FFF2-40B4-BE49-F238E27FC236}">
                <a16:creationId xmlns:a16="http://schemas.microsoft.com/office/drawing/2014/main" id="{09DCA67E-EE65-4797-B8BD-0FB776EBB4E1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32" name="rule-133"/>
          <p:cNvCxnSpPr/>
          <p:nvPr/>
        </p:nvCxnSpPr>
        <p:spPr>
          <a:xfrm>
            <a:off x="8001000" y="2152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5" name="text-134">
            <a:extLst>
              <a:ext uri="{FF2B5EF4-FFF2-40B4-BE49-F238E27FC236}">
                <a16:creationId xmlns:a16="http://schemas.microsoft.com/office/drawing/2014/main" id="{422C5F4E-502E-41C2-8A7A-58606954288F}"/>
              </a:ext>
            </a:extLst>
          </p:cNvPr>
          <p:cNvSpPr>
            <a:spLocks noGrp="1"/>
          </p:cNvSpPr>
          <p:nvPr/>
        </p:nvSpPr>
        <p:spPr>
          <a:xfrm>
            <a:off x="84010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5">
            <a:extLst>
              <a:ext uri="{FF2B5EF4-FFF2-40B4-BE49-F238E27FC236}">
                <a16:creationId xmlns:a16="http://schemas.microsoft.com/office/drawing/2014/main" id="{4E37CA22-660F-44E4-8DA3-BB6B93B5A6AB}"/>
              </a:ext>
            </a:extLst>
          </p:cNvPr>
          <p:cNvSpPr>
            <a:spLocks noGrp="1"/>
          </p:cNvSpPr>
          <p:nvPr/>
        </p:nvSpPr>
        <p:spPr>
          <a:xfrm>
            <a:off x="84010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6">
            <a:extLst>
              <a:ext uri="{FF2B5EF4-FFF2-40B4-BE49-F238E27FC236}">
                <a16:creationId xmlns:a16="http://schemas.microsoft.com/office/drawing/2014/main" id="{D71F2F36-D2D2-4591-A7EB-B74C695C073E}"/>
              </a:ext>
            </a:extLst>
          </p:cNvPr>
          <p:cNvSpPr>
            <a:spLocks noGrp="1"/>
          </p:cNvSpPr>
          <p:nvPr/>
        </p:nvSpPr>
        <p:spPr>
          <a:xfrm>
            <a:off x="400050" y="5410200"/>
            <a:ext cx="11391900" cy="5715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8" name="text-137">
            <a:extLst>
              <a:ext uri="{FF2B5EF4-FFF2-40B4-BE49-F238E27FC236}">
                <a16:creationId xmlns:a16="http://schemas.microsoft.com/office/drawing/2014/main" id="{0EF7407B-BC08-4BC6-9D18-D3AE0CD56EA5}"/>
              </a:ext>
            </a:extLst>
          </p:cNvPr>
          <p:cNvSpPr>
            <a:spLocks noGrp="1"/>
          </p:cNvSpPr>
          <p:nvPr/>
        </p:nvSpPr>
        <p:spPr>
          <a:xfrm>
            <a:off x="628650" y="5562600"/>
            <a:ext cx="109347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134716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138">
            <a:extLst>
              <a:ext uri="{FF2B5EF4-FFF2-40B4-BE49-F238E27FC236}">
                <a16:creationId xmlns:a16="http://schemas.microsoft.com/office/drawing/2014/main" id="{4D54D58A-9F55-40EB-AC9D-00A8A578524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9">
            <a:extLst>
              <a:ext uri="{FF2B5EF4-FFF2-40B4-BE49-F238E27FC236}">
                <a16:creationId xmlns:a16="http://schemas.microsoft.com/office/drawing/2014/main" id="{54C1EA4C-0F8C-463E-95C2-DAB65DDDB24C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40">
            <a:extLst>
              <a:ext uri="{FF2B5EF4-FFF2-40B4-BE49-F238E27FC236}">
                <a16:creationId xmlns:a16="http://schemas.microsoft.com/office/drawing/2014/main" id="{7A88E79F-36D9-405C-92BC-9E74282ACDCD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34" name="rule-141"/>
          <p:cNvCxnSpPr/>
          <p:nvPr/>
        </p:nvCxnSpPr>
        <p:spPr>
          <a:xfrm>
            <a:off x="114300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5" name="rule-142"/>
          <p:cNvCxnSpPr/>
          <p:nvPr/>
        </p:nvCxnSpPr>
        <p:spPr>
          <a:xfrm>
            <a:off x="371475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6" name="rule-143"/>
          <p:cNvCxnSpPr/>
          <p:nvPr/>
        </p:nvCxnSpPr>
        <p:spPr>
          <a:xfrm>
            <a:off x="628650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7" name="rule-144"/>
          <p:cNvCxnSpPr/>
          <p:nvPr/>
        </p:nvCxnSpPr>
        <p:spPr>
          <a:xfrm>
            <a:off x="8858250" y="2971800"/>
            <a:ext cx="2000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sp>
        <p:nvSpPr>
          <p:cNvPr id="8" name="rect-145">
            <a:extLst>
              <a:ext uri="{FF2B5EF4-FFF2-40B4-BE49-F238E27FC236}">
                <a16:creationId xmlns:a16="http://schemas.microsoft.com/office/drawing/2014/main" id="{BA8E7D6E-C052-4415-AE8C-E3E111467F1C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9" name="rect-146">
            <a:extLst>
              <a:ext uri="{FF2B5EF4-FFF2-40B4-BE49-F238E27FC236}">
                <a16:creationId xmlns:a16="http://schemas.microsoft.com/office/drawing/2014/main" id="{77792408-A014-4BEE-8F77-4DF99FD67CA3}"/>
              </a:ext>
            </a:extLst>
          </p:cNvPr>
          <p:cNvSpPr>
            <a:spLocks noGrp="1"/>
          </p:cNvSpPr>
          <p:nvPr/>
        </p:nvSpPr>
        <p:spPr>
          <a:xfrm>
            <a:off x="352425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0" name="rect-147">
            <a:extLst>
              <a:ext uri="{FF2B5EF4-FFF2-40B4-BE49-F238E27FC236}">
                <a16:creationId xmlns:a16="http://schemas.microsoft.com/office/drawing/2014/main" id="{9B484783-513B-4F67-86E4-0350C32B64CC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1" name="rect-148">
            <a:extLst>
              <a:ext uri="{FF2B5EF4-FFF2-40B4-BE49-F238E27FC236}">
                <a16:creationId xmlns:a16="http://schemas.microsoft.com/office/drawing/2014/main" id="{035D6B91-DC19-4E60-9979-C241AB5D0530}"/>
              </a:ext>
            </a:extLst>
          </p:cNvPr>
          <p:cNvSpPr>
            <a:spLocks noGrp="1"/>
          </p:cNvSpPr>
          <p:nvPr/>
        </p:nvSpPr>
        <p:spPr>
          <a:xfrm>
            <a:off x="866775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2" name="rect-149">
            <a:extLst>
              <a:ext uri="{FF2B5EF4-FFF2-40B4-BE49-F238E27FC236}">
                <a16:creationId xmlns:a16="http://schemas.microsoft.com/office/drawing/2014/main" id="{294DF3F5-2DD3-4B1F-A5BB-F3FC6029A34B}"/>
              </a:ext>
            </a:extLst>
          </p:cNvPr>
          <p:cNvSpPr>
            <a:spLocks noGrp="1"/>
          </p:cNvSpPr>
          <p:nvPr/>
        </p:nvSpPr>
        <p:spPr>
          <a:xfrm>
            <a:off x="108585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3" name="text-150">
            <a:extLst>
              <a:ext uri="{FF2B5EF4-FFF2-40B4-BE49-F238E27FC236}">
                <a16:creationId xmlns:a16="http://schemas.microsoft.com/office/drawing/2014/main" id="{40D04E24-FC53-4FB4-97B3-241AF3F4DCF9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51">
            <a:extLst>
              <a:ext uri="{FF2B5EF4-FFF2-40B4-BE49-F238E27FC236}">
                <a16:creationId xmlns:a16="http://schemas.microsoft.com/office/drawing/2014/main" id="{99C19F09-D7A8-42AC-B768-4D184C90D124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52">
            <a:extLst>
              <a:ext uri="{FF2B5EF4-FFF2-40B4-BE49-F238E27FC236}">
                <a16:creationId xmlns:a16="http://schemas.microsoft.com/office/drawing/2014/main" id="{0BF70C99-1EAD-4BB0-BD2B-2F7266430D3C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3">
            <a:extLst>
              <a:ext uri="{FF2B5EF4-FFF2-40B4-BE49-F238E27FC236}">
                <a16:creationId xmlns:a16="http://schemas.microsoft.com/office/drawing/2014/main" id="{752300B8-384F-4C63-9A23-F33701BE3819}"/>
              </a:ext>
            </a:extLst>
          </p:cNvPr>
          <p:cNvSpPr>
            <a:spLocks noGrp="1"/>
          </p:cNvSpPr>
          <p:nvPr/>
        </p:nvSpPr>
        <p:spPr>
          <a:xfrm>
            <a:off x="340995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4">
            <a:extLst>
              <a:ext uri="{FF2B5EF4-FFF2-40B4-BE49-F238E27FC236}">
                <a16:creationId xmlns:a16="http://schemas.microsoft.com/office/drawing/2014/main" id="{13DDEC70-72D7-4D85-980B-C8EB1F867C3D}"/>
              </a:ext>
            </a:extLst>
          </p:cNvPr>
          <p:cNvSpPr>
            <a:spLocks noGrp="1"/>
          </p:cNvSpPr>
          <p:nvPr/>
        </p:nvSpPr>
        <p:spPr>
          <a:xfrm>
            <a:off x="2971800" y="2305050"/>
            <a:ext cx="2190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5">
            <a:extLst>
              <a:ext uri="{FF2B5EF4-FFF2-40B4-BE49-F238E27FC236}">
                <a16:creationId xmlns:a16="http://schemas.microsoft.com/office/drawing/2014/main" id="{4EB3F2E2-7948-4DFD-B51A-FB189B95E3F2}"/>
              </a:ext>
            </a:extLst>
          </p:cNvPr>
          <p:cNvSpPr>
            <a:spLocks noGrp="1"/>
          </p:cNvSpPr>
          <p:nvPr/>
        </p:nvSpPr>
        <p:spPr>
          <a:xfrm>
            <a:off x="312420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6">
            <a:extLst>
              <a:ext uri="{FF2B5EF4-FFF2-40B4-BE49-F238E27FC236}">
                <a16:creationId xmlns:a16="http://schemas.microsoft.com/office/drawing/2014/main" id="{FAE070BA-8CCB-446F-A418-8E61B0EE60FF}"/>
              </a:ext>
            </a:extLst>
          </p:cNvPr>
          <p:cNvSpPr>
            <a:spLocks noGrp="1"/>
          </p:cNvSpPr>
          <p:nvPr/>
        </p:nvSpPr>
        <p:spPr>
          <a:xfrm>
            <a:off x="59817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7">
            <a:extLst>
              <a:ext uri="{FF2B5EF4-FFF2-40B4-BE49-F238E27FC236}">
                <a16:creationId xmlns:a16="http://schemas.microsoft.com/office/drawing/2014/main" id="{FCC22F76-D7C1-4611-859A-F680B4A8BE50}"/>
              </a:ext>
            </a:extLst>
          </p:cNvPr>
          <p:cNvSpPr>
            <a:spLocks noGrp="1"/>
          </p:cNvSpPr>
          <p:nvPr/>
        </p:nvSpPr>
        <p:spPr>
          <a:xfrm>
            <a:off x="5695950" y="23050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8">
            <a:extLst>
              <a:ext uri="{FF2B5EF4-FFF2-40B4-BE49-F238E27FC236}">
                <a16:creationId xmlns:a16="http://schemas.microsoft.com/office/drawing/2014/main" id="{217219EF-B91C-4A9A-B4B5-3A72604F74D5}"/>
              </a:ext>
            </a:extLst>
          </p:cNvPr>
          <p:cNvSpPr>
            <a:spLocks noGrp="1"/>
          </p:cNvSpPr>
          <p:nvPr/>
        </p:nvSpPr>
        <p:spPr>
          <a:xfrm>
            <a:off x="569595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9">
            <a:extLst>
              <a:ext uri="{FF2B5EF4-FFF2-40B4-BE49-F238E27FC236}">
                <a16:creationId xmlns:a16="http://schemas.microsoft.com/office/drawing/2014/main" id="{A2C1CC72-48A0-49CC-8C2F-B6DBF44E79D9}"/>
              </a:ext>
            </a:extLst>
          </p:cNvPr>
          <p:cNvSpPr>
            <a:spLocks noGrp="1"/>
          </p:cNvSpPr>
          <p:nvPr/>
        </p:nvSpPr>
        <p:spPr>
          <a:xfrm>
            <a:off x="855345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60">
            <a:extLst>
              <a:ext uri="{FF2B5EF4-FFF2-40B4-BE49-F238E27FC236}">
                <a16:creationId xmlns:a16="http://schemas.microsoft.com/office/drawing/2014/main" id="{B8C4ACDD-AFF1-4402-8E1D-F12704204303}"/>
              </a:ext>
            </a:extLst>
          </p:cNvPr>
          <p:cNvSpPr>
            <a:spLocks noGrp="1"/>
          </p:cNvSpPr>
          <p:nvPr/>
        </p:nvSpPr>
        <p:spPr>
          <a:xfrm>
            <a:off x="8172450" y="2305050"/>
            <a:ext cx="2000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61">
            <a:extLst>
              <a:ext uri="{FF2B5EF4-FFF2-40B4-BE49-F238E27FC236}">
                <a16:creationId xmlns:a16="http://schemas.microsoft.com/office/drawing/2014/main" id="{46A99290-2543-481B-83B0-8C77008FFA86}"/>
              </a:ext>
            </a:extLst>
          </p:cNvPr>
          <p:cNvSpPr>
            <a:spLocks noGrp="1"/>
          </p:cNvSpPr>
          <p:nvPr/>
        </p:nvSpPr>
        <p:spPr>
          <a:xfrm>
            <a:off x="826770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62">
            <a:extLst>
              <a:ext uri="{FF2B5EF4-FFF2-40B4-BE49-F238E27FC236}">
                <a16:creationId xmlns:a16="http://schemas.microsoft.com/office/drawing/2014/main" id="{E218ED44-10CE-4EA7-B1CE-205D620F50A4}"/>
              </a:ext>
            </a:extLst>
          </p:cNvPr>
          <p:cNvSpPr>
            <a:spLocks noGrp="1"/>
          </p:cNvSpPr>
          <p:nvPr/>
        </p:nvSpPr>
        <p:spPr>
          <a:xfrm>
            <a:off x="107442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3">
            <a:extLst>
              <a:ext uri="{FF2B5EF4-FFF2-40B4-BE49-F238E27FC236}">
                <a16:creationId xmlns:a16="http://schemas.microsoft.com/office/drawing/2014/main" id="{E344E30B-31AE-4976-B835-86106B1DB2DE}"/>
              </a:ext>
            </a:extLst>
          </p:cNvPr>
          <p:cNvSpPr>
            <a:spLocks noGrp="1"/>
          </p:cNvSpPr>
          <p:nvPr/>
        </p:nvSpPr>
        <p:spPr>
          <a:xfrm>
            <a:off x="10363200" y="2305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4">
            <a:extLst>
              <a:ext uri="{FF2B5EF4-FFF2-40B4-BE49-F238E27FC236}">
                <a16:creationId xmlns:a16="http://schemas.microsoft.com/office/drawing/2014/main" id="{6BC1B0DE-51DF-4B7B-AE8A-ACF27DF3D0A0}"/>
              </a:ext>
            </a:extLst>
          </p:cNvPr>
          <p:cNvSpPr>
            <a:spLocks noGrp="1"/>
          </p:cNvSpPr>
          <p:nvPr/>
        </p:nvSpPr>
        <p:spPr>
          <a:xfrm>
            <a:off x="10363200" y="327660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5">
            <a:extLst>
              <a:ext uri="{FF2B5EF4-FFF2-40B4-BE49-F238E27FC236}">
                <a16:creationId xmlns:a16="http://schemas.microsoft.com/office/drawing/2014/main" id="{2AEC4FF1-83BA-4868-A74F-201FB67CFCF4}"/>
              </a:ext>
            </a:extLst>
          </p:cNvPr>
          <p:cNvSpPr>
            <a:spLocks noGrp="1"/>
          </p:cNvSpPr>
          <p:nvPr/>
        </p:nvSpPr>
        <p:spPr>
          <a:xfrm>
            <a:off x="400050" y="4286250"/>
            <a:ext cx="11391900" cy="12192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9" name="text-166">
            <a:extLst>
              <a:ext uri="{FF2B5EF4-FFF2-40B4-BE49-F238E27FC236}">
                <a16:creationId xmlns:a16="http://schemas.microsoft.com/office/drawing/2014/main" id="{5A926A03-BDF6-4B89-AEB5-61F51853D28D}"/>
              </a:ext>
            </a:extLst>
          </p:cNvPr>
          <p:cNvSpPr>
            <a:spLocks noGrp="1"/>
          </p:cNvSpPr>
          <p:nvPr/>
        </p:nvSpPr>
        <p:spPr>
          <a:xfrm>
            <a:off x="628650" y="4552950"/>
            <a:ext cx="2381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7">
            <a:extLst>
              <a:ext uri="{FF2B5EF4-FFF2-40B4-BE49-F238E27FC236}">
                <a16:creationId xmlns:a16="http://schemas.microsoft.com/office/drawing/2014/main" id="{7E49DA53-FD06-4F70-88B6-5591F659F7B2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668000" cy="476250"/>
          </a:xfrm>
          <a:prstGeom prst="rect">
            <a:avLst/>
          </a:prstGeom>
        </p:spPr>
        <p:txBody>
          <a:bodyPr wrap="square" lIns="0" tIns="0" rIns="0" bIns="0" anchor="t">
            <a:normAutofit fontScale="90580"/>
          </a:bodyPr>
          <a:lstStyle/>
          <a:p>
            <a:pPr algn="l"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32126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168">
            <a:extLst>
              <a:ext uri="{FF2B5EF4-FFF2-40B4-BE49-F238E27FC236}">
                <a16:creationId xmlns:a16="http://schemas.microsoft.com/office/drawing/2014/main" id="{D4611955-D17A-4819-BCEF-457FD742915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9">
            <a:extLst>
              <a:ext uri="{FF2B5EF4-FFF2-40B4-BE49-F238E27FC236}">
                <a16:creationId xmlns:a16="http://schemas.microsoft.com/office/drawing/2014/main" id="{10828BBB-D08E-4DED-B7A1-92739ED20B7C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70">
            <a:extLst>
              <a:ext uri="{FF2B5EF4-FFF2-40B4-BE49-F238E27FC236}">
                <a16:creationId xmlns:a16="http://schemas.microsoft.com/office/drawing/2014/main" id="{1FA7A268-8DD9-4613-B2D0-0734A062B192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71">
            <a:extLst>
              <a:ext uri="{FF2B5EF4-FFF2-40B4-BE49-F238E27FC236}">
                <a16:creationId xmlns:a16="http://schemas.microsoft.com/office/drawing/2014/main" id="{A4EAC4F8-8278-4626-B4C3-B983A8D4E270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72">
            <a:extLst>
              <a:ext uri="{FF2B5EF4-FFF2-40B4-BE49-F238E27FC236}">
                <a16:creationId xmlns:a16="http://schemas.microsoft.com/office/drawing/2014/main" id="{086C97FA-283C-494C-9C6D-16AEDF3887BF}"/>
              </a:ext>
            </a:extLst>
          </p:cNvPr>
          <p:cNvSpPr>
            <a:spLocks noGrp="1"/>
          </p:cNvSpPr>
          <p:nvPr/>
        </p:nvSpPr>
        <p:spPr>
          <a:xfrm>
            <a:off x="4000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3">
            <a:extLst>
              <a:ext uri="{FF2B5EF4-FFF2-40B4-BE49-F238E27FC236}">
                <a16:creationId xmlns:a16="http://schemas.microsoft.com/office/drawing/2014/main" id="{3DD90DA7-FBDE-43EA-9DF4-53AA124977AC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2381250" cy="1295400"/>
          </a:xfrm>
          <a:prstGeom prst="rect">
            <a:avLst/>
          </a:prstGeom>
        </p:spPr>
        <p:txBody>
          <a:bodyPr wrap="square" lIns="0" tIns="0" rIns="0" bIns="0" anchor="t">
            <a:normAutofit fontScale="98551"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27" name="rule-174"/>
          <p:cNvCxnSpPr/>
          <p:nvPr/>
        </p:nvCxnSpPr>
        <p:spPr>
          <a:xfrm>
            <a:off x="30289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175">
            <a:extLst>
              <a:ext uri="{FF2B5EF4-FFF2-40B4-BE49-F238E27FC236}">
                <a16:creationId xmlns:a16="http://schemas.microsoft.com/office/drawing/2014/main" id="{7E1FC66E-DD40-45CD-BA9A-60F4B9FDF9EA}"/>
              </a:ext>
            </a:extLst>
          </p:cNvPr>
          <p:cNvSpPr>
            <a:spLocks noGrp="1"/>
          </p:cNvSpPr>
          <p:nvPr/>
        </p:nvSpPr>
        <p:spPr>
          <a:xfrm>
            <a:off x="32956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6">
            <a:extLst>
              <a:ext uri="{FF2B5EF4-FFF2-40B4-BE49-F238E27FC236}">
                <a16:creationId xmlns:a16="http://schemas.microsoft.com/office/drawing/2014/main" id="{F20C066F-B9B3-4A6E-BF99-6F3B134BC477}"/>
              </a:ext>
            </a:extLst>
          </p:cNvPr>
          <p:cNvSpPr>
            <a:spLocks noGrp="1"/>
          </p:cNvSpPr>
          <p:nvPr/>
        </p:nvSpPr>
        <p:spPr>
          <a:xfrm>
            <a:off x="32956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7">
            <a:extLst>
              <a:ext uri="{FF2B5EF4-FFF2-40B4-BE49-F238E27FC236}">
                <a16:creationId xmlns:a16="http://schemas.microsoft.com/office/drawing/2014/main" id="{377ED72E-163D-4482-934A-2030C96DE9EC}"/>
              </a:ext>
            </a:extLst>
          </p:cNvPr>
          <p:cNvSpPr>
            <a:spLocks noGrp="1"/>
          </p:cNvSpPr>
          <p:nvPr/>
        </p:nvSpPr>
        <p:spPr>
          <a:xfrm>
            <a:off x="32956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31" name="rule-178"/>
          <p:cNvCxnSpPr/>
          <p:nvPr/>
        </p:nvCxnSpPr>
        <p:spPr>
          <a:xfrm>
            <a:off x="59245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179">
            <a:extLst>
              <a:ext uri="{FF2B5EF4-FFF2-40B4-BE49-F238E27FC236}">
                <a16:creationId xmlns:a16="http://schemas.microsoft.com/office/drawing/2014/main" id="{DB6F799E-1377-48C1-A589-C9E6C334DC15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80">
            <a:extLst>
              <a:ext uri="{FF2B5EF4-FFF2-40B4-BE49-F238E27FC236}">
                <a16:creationId xmlns:a16="http://schemas.microsoft.com/office/drawing/2014/main" id="{E68B5A64-91D7-4540-854A-5D138166273B}"/>
              </a:ext>
            </a:extLst>
          </p:cNvPr>
          <p:cNvSpPr>
            <a:spLocks noGrp="1"/>
          </p:cNvSpPr>
          <p:nvPr/>
        </p:nvSpPr>
        <p:spPr>
          <a:xfrm>
            <a:off x="61912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81">
            <a:extLst>
              <a:ext uri="{FF2B5EF4-FFF2-40B4-BE49-F238E27FC236}">
                <a16:creationId xmlns:a16="http://schemas.microsoft.com/office/drawing/2014/main" id="{6C620AD9-DA54-423C-82FA-BD359B9D5695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35" name="rule-182"/>
          <p:cNvCxnSpPr/>
          <p:nvPr/>
        </p:nvCxnSpPr>
        <p:spPr>
          <a:xfrm>
            <a:off x="88201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183">
            <a:extLst>
              <a:ext uri="{FF2B5EF4-FFF2-40B4-BE49-F238E27FC236}">
                <a16:creationId xmlns:a16="http://schemas.microsoft.com/office/drawing/2014/main" id="{C717D05B-E048-458C-BE9B-7B9ABBD9D97A}"/>
              </a:ext>
            </a:extLst>
          </p:cNvPr>
          <p:cNvSpPr>
            <a:spLocks noGrp="1"/>
          </p:cNvSpPr>
          <p:nvPr/>
        </p:nvSpPr>
        <p:spPr>
          <a:xfrm>
            <a:off x="90868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4">
            <a:extLst>
              <a:ext uri="{FF2B5EF4-FFF2-40B4-BE49-F238E27FC236}">
                <a16:creationId xmlns:a16="http://schemas.microsoft.com/office/drawing/2014/main" id="{B3B7A997-E2AB-4156-93E1-B78EF170E854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5">
            <a:extLst>
              <a:ext uri="{FF2B5EF4-FFF2-40B4-BE49-F238E27FC236}">
                <a16:creationId xmlns:a16="http://schemas.microsoft.com/office/drawing/2014/main" id="{515FBD4C-14CE-4024-8F50-821370580C05}"/>
              </a:ext>
            </a:extLst>
          </p:cNvPr>
          <p:cNvSpPr>
            <a:spLocks noGrp="1"/>
          </p:cNvSpPr>
          <p:nvPr/>
        </p:nvSpPr>
        <p:spPr>
          <a:xfrm>
            <a:off x="90868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6">
            <a:extLst>
              <a:ext uri="{FF2B5EF4-FFF2-40B4-BE49-F238E27FC236}">
                <a16:creationId xmlns:a16="http://schemas.microsoft.com/office/drawing/2014/main" id="{5F3282BD-5C26-4480-827C-1001F4EF1A10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1239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0" name="text-187">
            <a:extLst>
              <a:ext uri="{FF2B5EF4-FFF2-40B4-BE49-F238E27FC236}">
                <a16:creationId xmlns:a16="http://schemas.microsoft.com/office/drawing/2014/main" id="{72A2CCD8-02C4-4906-A039-CEDDC477D257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10934700" cy="457200"/>
          </a:xfrm>
          <a:prstGeom prst="rect">
            <a:avLst/>
          </a:prstGeom>
        </p:spPr>
        <p:txBody>
          <a:bodyPr wrap="square" lIns="0" tIns="0" rIns="0" bIns="0" anchor="t">
            <a:normAutofit fontScale="99046"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26731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188">
            <a:extLst>
              <a:ext uri="{FF2B5EF4-FFF2-40B4-BE49-F238E27FC236}">
                <a16:creationId xmlns:a16="http://schemas.microsoft.com/office/drawing/2014/main" id="{B9E04D99-EB89-4EE8-8A73-DAB11AAD561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9">
            <a:extLst>
              <a:ext uri="{FF2B5EF4-FFF2-40B4-BE49-F238E27FC236}">
                <a16:creationId xmlns:a16="http://schemas.microsoft.com/office/drawing/2014/main" id="{76042355-289B-4BE5-B7A5-D0072EAF1AC5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90">
            <a:extLst>
              <a:ext uri="{FF2B5EF4-FFF2-40B4-BE49-F238E27FC236}">
                <a16:creationId xmlns:a16="http://schemas.microsoft.com/office/drawing/2014/main" id="{CC29A62C-B64F-4289-88AF-663A6B3D81EC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30" name="rule-191"/>
          <p:cNvCxnSpPr/>
          <p:nvPr/>
        </p:nvCxnSpPr>
        <p:spPr>
          <a:xfrm>
            <a:off x="2667000" y="2895600"/>
            <a:ext cx="16383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1" name="rule-192"/>
          <p:cNvCxnSpPr/>
          <p:nvPr/>
        </p:nvCxnSpPr>
        <p:spPr>
          <a:xfrm>
            <a:off x="6667500" y="2495550"/>
            <a:ext cx="16002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2" name="rule-193"/>
          <p:cNvCxnSpPr/>
          <p:nvPr/>
        </p:nvCxnSpPr>
        <p:spPr>
          <a:xfrm>
            <a:off x="6667500" y="3714750"/>
            <a:ext cx="16002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sp>
        <p:nvSpPr>
          <p:cNvPr id="7" name="rect-194">
            <a:extLst>
              <a:ext uri="{FF2B5EF4-FFF2-40B4-BE49-F238E27FC236}">
                <a16:creationId xmlns:a16="http://schemas.microsoft.com/office/drawing/2014/main" id="{5533296B-C31E-4DC8-8EDB-866B89A1E784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266950" cy="10668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8" name="text-195">
            <a:extLst>
              <a:ext uri="{FF2B5EF4-FFF2-40B4-BE49-F238E27FC236}">
                <a16:creationId xmlns:a16="http://schemas.microsoft.com/office/drawing/2014/main" id="{7F66FC1E-8347-4107-A654-D7D28A61A462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1847850" cy="304800"/>
          </a:xfrm>
          <a:prstGeom prst="rect">
            <a:avLst/>
          </a:prstGeom>
        </p:spPr>
        <p:txBody>
          <a:bodyPr wrap="square" lIns="0" tIns="0" rIns="0" bIns="0" anchor="t">
            <a:normAutofit fontScale="78510"/>
          </a:bodyPr>
          <a:lstStyle/>
          <a:p>
            <a:pPr algn="ctr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6">
            <a:extLst>
              <a:ext uri="{FF2B5EF4-FFF2-40B4-BE49-F238E27FC236}">
                <a16:creationId xmlns:a16="http://schemas.microsoft.com/office/drawing/2014/main" id="{34ECA9B0-45EA-4CD9-ABAC-218B2CD05DA2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8478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7">
            <a:extLst>
              <a:ext uri="{FF2B5EF4-FFF2-40B4-BE49-F238E27FC236}">
                <a16:creationId xmlns:a16="http://schemas.microsoft.com/office/drawing/2014/main" id="{7CE0B4EE-7AE5-438D-8C8B-EF1426EA65C7}"/>
              </a:ext>
            </a:extLst>
          </p:cNvPr>
          <p:cNvSpPr>
            <a:spLocks noGrp="1"/>
          </p:cNvSpPr>
          <p:nvPr/>
        </p:nvSpPr>
        <p:spPr>
          <a:xfrm>
            <a:off x="4305300" y="2076450"/>
            <a:ext cx="2362200" cy="2057400"/>
          </a:xfrm>
          <a:prstGeom prst="rect">
            <a:avLst/>
          </a:prstGeom>
          <a:solidFill>
            <a:srgbClr val="EAF1FF"/>
          </a:solidFill>
          <a:ln w="19050">
            <a:solidFill>
              <a:srgbClr val="3370FF"/>
            </a:solidFill>
            <a:prstDash val="solid"/>
          </a:ln>
        </p:spPr>
      </p:sp>
      <p:sp>
        <p:nvSpPr>
          <p:cNvPr id="11" name="text-198">
            <a:extLst>
              <a:ext uri="{FF2B5EF4-FFF2-40B4-BE49-F238E27FC236}">
                <a16:creationId xmlns:a16="http://schemas.microsoft.com/office/drawing/2014/main" id="{258D5391-2B95-4A24-B903-662322B990A8}"/>
              </a:ext>
            </a:extLst>
          </p:cNvPr>
          <p:cNvSpPr>
            <a:spLocks noGrp="1"/>
          </p:cNvSpPr>
          <p:nvPr/>
        </p:nvSpPr>
        <p:spPr>
          <a:xfrm>
            <a:off x="4762500" y="2362200"/>
            <a:ext cx="1428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38" name="rule-199"/>
          <p:cNvCxnSpPr/>
          <p:nvPr/>
        </p:nvCxnSpPr>
        <p:spPr>
          <a:xfrm>
            <a:off x="4705350" y="2895600"/>
            <a:ext cx="15621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13" name="text-200">
            <a:extLst>
              <a:ext uri="{FF2B5EF4-FFF2-40B4-BE49-F238E27FC236}">
                <a16:creationId xmlns:a16="http://schemas.microsoft.com/office/drawing/2014/main" id="{68FCEA0B-6C73-4ACE-8CBE-06A28F56B9A5}"/>
              </a:ext>
            </a:extLst>
          </p:cNvPr>
          <p:cNvSpPr>
            <a:spLocks noGrp="1"/>
          </p:cNvSpPr>
          <p:nvPr/>
        </p:nvSpPr>
        <p:spPr>
          <a:xfrm>
            <a:off x="4552950" y="3181350"/>
            <a:ext cx="1866900" cy="342900"/>
          </a:xfrm>
          <a:prstGeom prst="rect">
            <a:avLst/>
          </a:prstGeom>
        </p:spPr>
        <p:txBody>
          <a:bodyPr wrap="square" lIns="0" tIns="0" rIns="0" bIns="0" anchor="t">
            <a:normAutofit fontScale="81868"/>
          </a:bodyPr>
          <a:lstStyle/>
          <a:p>
            <a:pPr algn="ctr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201">
            <a:extLst>
              <a:ext uri="{FF2B5EF4-FFF2-40B4-BE49-F238E27FC236}">
                <a16:creationId xmlns:a16="http://schemas.microsoft.com/office/drawing/2014/main" id="{6BC10A63-D37C-400A-BF62-6FB86AAA5998}"/>
              </a:ext>
            </a:extLst>
          </p:cNvPr>
          <p:cNvSpPr>
            <a:spLocks noGrp="1"/>
          </p:cNvSpPr>
          <p:nvPr/>
        </p:nvSpPr>
        <p:spPr>
          <a:xfrm>
            <a:off x="4552950" y="3695700"/>
            <a:ext cx="18669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202">
            <a:extLst>
              <a:ext uri="{FF2B5EF4-FFF2-40B4-BE49-F238E27FC236}">
                <a16:creationId xmlns:a16="http://schemas.microsoft.com/office/drawing/2014/main" id="{2D36F7DC-5B66-41B6-9BEF-01FCC79A08DF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524250" cy="838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6" name="text-203">
            <a:extLst>
              <a:ext uri="{FF2B5EF4-FFF2-40B4-BE49-F238E27FC236}">
                <a16:creationId xmlns:a16="http://schemas.microsoft.com/office/drawing/2014/main" id="{6D411AC7-7126-4934-B291-242A1F81747C}"/>
              </a:ext>
            </a:extLst>
          </p:cNvPr>
          <p:cNvSpPr>
            <a:spLocks noGrp="1"/>
          </p:cNvSpPr>
          <p:nvPr/>
        </p:nvSpPr>
        <p:spPr>
          <a:xfrm>
            <a:off x="8515350" y="23050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4">
            <a:extLst>
              <a:ext uri="{FF2B5EF4-FFF2-40B4-BE49-F238E27FC236}">
                <a16:creationId xmlns:a16="http://schemas.microsoft.com/office/drawing/2014/main" id="{EB87578F-8601-4E74-9313-AD89ED3EB8DB}"/>
              </a:ext>
            </a:extLst>
          </p:cNvPr>
          <p:cNvSpPr>
            <a:spLocks noGrp="1"/>
          </p:cNvSpPr>
          <p:nvPr/>
        </p:nvSpPr>
        <p:spPr>
          <a:xfrm>
            <a:off x="10096500" y="23431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5">
            <a:extLst>
              <a:ext uri="{FF2B5EF4-FFF2-40B4-BE49-F238E27FC236}">
                <a16:creationId xmlns:a16="http://schemas.microsoft.com/office/drawing/2014/main" id="{2925E67C-CC8F-474F-925B-60F99E0F915C}"/>
              </a:ext>
            </a:extLst>
          </p:cNvPr>
          <p:cNvSpPr>
            <a:spLocks noGrp="1"/>
          </p:cNvSpPr>
          <p:nvPr/>
        </p:nvSpPr>
        <p:spPr>
          <a:xfrm>
            <a:off x="8267700" y="3295650"/>
            <a:ext cx="3524250" cy="838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9" name="text-206">
            <a:extLst>
              <a:ext uri="{FF2B5EF4-FFF2-40B4-BE49-F238E27FC236}">
                <a16:creationId xmlns:a16="http://schemas.microsoft.com/office/drawing/2014/main" id="{067B3B3F-273F-428B-B72F-ABDE57BBFE9F}"/>
              </a:ext>
            </a:extLst>
          </p:cNvPr>
          <p:cNvSpPr>
            <a:spLocks noGrp="1"/>
          </p:cNvSpPr>
          <p:nvPr/>
        </p:nvSpPr>
        <p:spPr>
          <a:xfrm>
            <a:off x="8515350" y="35242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7">
            <a:extLst>
              <a:ext uri="{FF2B5EF4-FFF2-40B4-BE49-F238E27FC236}">
                <a16:creationId xmlns:a16="http://schemas.microsoft.com/office/drawing/2014/main" id="{36E2E248-617C-41ED-8DD5-B2F0DC7FAF13}"/>
              </a:ext>
            </a:extLst>
          </p:cNvPr>
          <p:cNvSpPr>
            <a:spLocks noGrp="1"/>
          </p:cNvSpPr>
          <p:nvPr/>
        </p:nvSpPr>
        <p:spPr>
          <a:xfrm>
            <a:off x="10096500" y="35623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8">
            <a:extLst>
              <a:ext uri="{FF2B5EF4-FFF2-40B4-BE49-F238E27FC236}">
                <a16:creationId xmlns:a16="http://schemas.microsoft.com/office/drawing/2014/main" id="{E2AD0114-A2D1-4A87-9564-C03AB4F35D3E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113919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2" name="text-209">
            <a:extLst>
              <a:ext uri="{FF2B5EF4-FFF2-40B4-BE49-F238E27FC236}">
                <a16:creationId xmlns:a16="http://schemas.microsoft.com/office/drawing/2014/main" id="{7DD4A101-0FE0-46D5-B808-65F15675386D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10">
            <a:extLst>
              <a:ext uri="{FF2B5EF4-FFF2-40B4-BE49-F238E27FC236}">
                <a16:creationId xmlns:a16="http://schemas.microsoft.com/office/drawing/2014/main" id="{0E7E06E2-0730-4E47-8134-FD50F0571C35}"/>
              </a:ext>
            </a:extLst>
          </p:cNvPr>
          <p:cNvSpPr>
            <a:spLocks noGrp="1"/>
          </p:cNvSpPr>
          <p:nvPr/>
        </p:nvSpPr>
        <p:spPr>
          <a:xfrm>
            <a:off x="2324100" y="514350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11">
            <a:extLst>
              <a:ext uri="{FF2B5EF4-FFF2-40B4-BE49-F238E27FC236}">
                <a16:creationId xmlns:a16="http://schemas.microsoft.com/office/drawing/2014/main" id="{E5E0A421-9151-492A-8FE0-E960892C47CC}"/>
              </a:ext>
            </a:extLst>
          </p:cNvPr>
          <p:cNvSpPr>
            <a:spLocks noGrp="1"/>
          </p:cNvSpPr>
          <p:nvPr/>
        </p:nvSpPr>
        <p:spPr>
          <a:xfrm>
            <a:off x="4819650" y="514350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12">
            <a:extLst>
              <a:ext uri="{FF2B5EF4-FFF2-40B4-BE49-F238E27FC236}">
                <a16:creationId xmlns:a16="http://schemas.microsoft.com/office/drawing/2014/main" id="{2D172268-EAA3-4C20-8E6E-186567BC4654}"/>
              </a:ext>
            </a:extLst>
          </p:cNvPr>
          <p:cNvSpPr>
            <a:spLocks noGrp="1"/>
          </p:cNvSpPr>
          <p:nvPr/>
        </p:nvSpPr>
        <p:spPr>
          <a:xfrm>
            <a:off x="7391400" y="5143500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3">
            <a:extLst>
              <a:ext uri="{FF2B5EF4-FFF2-40B4-BE49-F238E27FC236}">
                <a16:creationId xmlns:a16="http://schemas.microsoft.com/office/drawing/2014/main" id="{260C0012-3881-4EA0-B038-DC86A83077EA}"/>
              </a:ext>
            </a:extLst>
          </p:cNvPr>
          <p:cNvSpPr>
            <a:spLocks noGrp="1"/>
          </p:cNvSpPr>
          <p:nvPr/>
        </p:nvSpPr>
        <p:spPr>
          <a:xfrm>
            <a:off x="9372600" y="514350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600094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214">
            <a:extLst>
              <a:ext uri="{FF2B5EF4-FFF2-40B4-BE49-F238E27FC236}">
                <a16:creationId xmlns:a16="http://schemas.microsoft.com/office/drawing/2014/main" id="{18BB0E8D-0790-495F-8F82-BA433E81125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5">
            <a:extLst>
              <a:ext uri="{FF2B5EF4-FFF2-40B4-BE49-F238E27FC236}">
                <a16:creationId xmlns:a16="http://schemas.microsoft.com/office/drawing/2014/main" id="{E538C51B-853A-4EC7-A33E-1CE5F2C70630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Gradle / uni-app 构建输出</a:t>
            </a:r>
          </a:p>
        </p:txBody>
      </p:sp>
      <p:sp>
        <p:nvSpPr>
          <p:cNvPr id="3" name="text-216">
            <a:extLst>
              <a:ext uri="{FF2B5EF4-FFF2-40B4-BE49-F238E27FC236}">
                <a16:creationId xmlns:a16="http://schemas.microsoft.com/office/drawing/2014/main" id="{91588E79-51F2-40A2-85B2-1BD453C49C3B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7">
            <a:extLst>
              <a:ext uri="{FF2B5EF4-FFF2-40B4-BE49-F238E27FC236}">
                <a16:creationId xmlns:a16="http://schemas.microsoft.com/office/drawing/2014/main" id="{B655B7BE-B7E7-4465-8D30-754CA552CD54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8">
            <a:extLst>
              <a:ext uri="{FF2B5EF4-FFF2-40B4-BE49-F238E27FC236}">
                <a16:creationId xmlns:a16="http://schemas.microsoft.com/office/drawing/2014/main" id="{09BFBCD1-6C11-4598-8177-49D39D4B27C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6" name="rect-219">
            <a:extLst>
              <a:ext uri="{FF2B5EF4-FFF2-40B4-BE49-F238E27FC236}">
                <a16:creationId xmlns:a16="http://schemas.microsoft.com/office/drawing/2014/main" id="{EF7B2AAE-662A-4980-B45B-DF3DCEE2C4E2}"/>
              </a:ext>
            </a:extLst>
          </p:cNvPr>
          <p:cNvSpPr>
            <a:spLocks noGrp="1"/>
          </p:cNvSpPr>
          <p:nvPr/>
        </p:nvSpPr>
        <p:spPr>
          <a:xfrm>
            <a:off x="331470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rect-220">
            <a:extLst>
              <a:ext uri="{FF2B5EF4-FFF2-40B4-BE49-F238E27FC236}">
                <a16:creationId xmlns:a16="http://schemas.microsoft.com/office/drawing/2014/main" id="{D9E1971D-0400-44B6-96A7-DC980E2E7A17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8" name="rect-221">
            <a:extLst>
              <a:ext uri="{FF2B5EF4-FFF2-40B4-BE49-F238E27FC236}">
                <a16:creationId xmlns:a16="http://schemas.microsoft.com/office/drawing/2014/main" id="{A5B0E154-CD94-4816-A3A9-CFE76D02FB3B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264795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9" name="text-222">
            <a:extLst>
              <a:ext uri="{FF2B5EF4-FFF2-40B4-BE49-F238E27FC236}">
                <a16:creationId xmlns:a16="http://schemas.microsoft.com/office/drawing/2014/main" id="{011D1E00-015F-4840-BDE9-87CF54D0A83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3">
            <a:extLst>
              <a:ext uri="{FF2B5EF4-FFF2-40B4-BE49-F238E27FC236}">
                <a16:creationId xmlns:a16="http://schemas.microsoft.com/office/drawing/2014/main" id="{C3A5CE7C-2450-4C58-8DBD-90F52992EC3F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4">
            <a:extLst>
              <a:ext uri="{FF2B5EF4-FFF2-40B4-BE49-F238E27FC236}">
                <a16:creationId xmlns:a16="http://schemas.microsoft.com/office/drawing/2014/main" id="{79DB76A3-6728-4593-8196-7A828C0217EF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5">
            <a:extLst>
              <a:ext uri="{FF2B5EF4-FFF2-40B4-BE49-F238E27FC236}">
                <a16:creationId xmlns:a16="http://schemas.microsoft.com/office/drawing/2014/main" id="{55F3A0B7-9B32-4C88-8FD8-9DF1C24ED812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6">
            <a:extLst>
              <a:ext uri="{FF2B5EF4-FFF2-40B4-BE49-F238E27FC236}">
                <a16:creationId xmlns:a16="http://schemas.microsoft.com/office/drawing/2014/main" id="{C3096A4A-6D7B-4503-B871-30B3829E83F8}"/>
              </a:ext>
            </a:extLst>
          </p:cNvPr>
          <p:cNvSpPr>
            <a:spLocks noGrp="1"/>
          </p:cNvSpPr>
          <p:nvPr/>
        </p:nvSpPr>
        <p:spPr>
          <a:xfrm>
            <a:off x="358140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7">
            <a:extLst>
              <a:ext uri="{FF2B5EF4-FFF2-40B4-BE49-F238E27FC236}">
                <a16:creationId xmlns:a16="http://schemas.microsoft.com/office/drawing/2014/main" id="{216FA259-C2F3-4FB8-9E2B-F5A5A5556D71}"/>
              </a:ext>
            </a:extLst>
          </p:cNvPr>
          <p:cNvSpPr>
            <a:spLocks noGrp="1"/>
          </p:cNvSpPr>
          <p:nvPr/>
        </p:nvSpPr>
        <p:spPr>
          <a:xfrm>
            <a:off x="358140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8">
            <a:extLst>
              <a:ext uri="{FF2B5EF4-FFF2-40B4-BE49-F238E27FC236}">
                <a16:creationId xmlns:a16="http://schemas.microsoft.com/office/drawing/2014/main" id="{1941847E-39A4-40D0-987D-2CB21D0DBFFD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9">
            <a:extLst>
              <a:ext uri="{FF2B5EF4-FFF2-40B4-BE49-F238E27FC236}">
                <a16:creationId xmlns:a16="http://schemas.microsoft.com/office/drawing/2014/main" id="{E858906D-0469-4803-9F40-6EE13329B85E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端侧目标构建</a:t>
            </a:r>
          </a:p>
        </p:txBody>
      </p:sp>
      <p:sp>
        <p:nvSpPr>
          <p:cNvPr id="17" name="text-230">
            <a:extLst>
              <a:ext uri="{FF2B5EF4-FFF2-40B4-BE49-F238E27FC236}">
                <a16:creationId xmlns:a16="http://schemas.microsoft.com/office/drawing/2014/main" id="{FAE5E010-438B-462C-9128-406BDBEEC01C}"/>
              </a:ext>
            </a:extLst>
          </p:cNvPr>
          <p:cNvSpPr>
            <a:spLocks noGrp="1"/>
          </p:cNvSpPr>
          <p:nvPr/>
        </p:nvSpPr>
        <p:spPr>
          <a:xfrm>
            <a:off x="649605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assembleDebug
微信小程序通过</a:t>
            </a:r>
          </a:p>
        </p:txBody>
      </p:sp>
      <p:sp>
        <p:nvSpPr>
          <p:cNvPr id="18" name="text-231">
            <a:extLst>
              <a:ext uri="{FF2B5EF4-FFF2-40B4-BE49-F238E27FC236}">
                <a16:creationId xmlns:a16="http://schemas.microsoft.com/office/drawing/2014/main" id="{F0D4B5E5-303B-47EB-B2CC-FB00FFF9E016}"/>
              </a:ext>
            </a:extLst>
          </p:cNvPr>
          <p:cNvSpPr>
            <a:spLocks noGrp="1"/>
          </p:cNvSpPr>
          <p:nvPr/>
        </p:nvSpPr>
        <p:spPr>
          <a:xfrm>
            <a:off x="941070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32">
            <a:extLst>
              <a:ext uri="{FF2B5EF4-FFF2-40B4-BE49-F238E27FC236}">
                <a16:creationId xmlns:a16="http://schemas.microsoft.com/office/drawing/2014/main" id="{3C3F0B85-89AD-4007-8BCE-BAE4F7E3688C}"/>
              </a:ext>
            </a:extLst>
          </p:cNvPr>
          <p:cNvSpPr>
            <a:spLocks noGrp="1"/>
          </p:cNvSpPr>
          <p:nvPr/>
        </p:nvSpPr>
        <p:spPr>
          <a:xfrm>
            <a:off x="941070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3">
            <a:extLst>
              <a:ext uri="{FF2B5EF4-FFF2-40B4-BE49-F238E27FC236}">
                <a16:creationId xmlns:a16="http://schemas.microsoft.com/office/drawing/2014/main" id="{B74D5262-2425-4FEE-9F52-4D1FC6EE7905}"/>
              </a:ext>
            </a:extLst>
          </p:cNvPr>
          <p:cNvSpPr>
            <a:spLocks noGrp="1"/>
          </p:cNvSpPr>
          <p:nvPr/>
        </p:nvSpPr>
        <p:spPr>
          <a:xfrm>
            <a:off x="941070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4">
            <a:extLst>
              <a:ext uri="{FF2B5EF4-FFF2-40B4-BE49-F238E27FC236}">
                <a16:creationId xmlns:a16="http://schemas.microsoft.com/office/drawing/2014/main" id="{80C7BD1D-729A-46B0-899C-491B3587A1C2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049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已知边界：Android 单元测试任务存在测试类加载失败；Web Messages 构建块约 1.64 MB。</a:t>
            </a:r>
          </a:p>
        </p:txBody>
      </p:sp>
    </p:spTree>
    <p:extLst>
      <p:ext uri="{BB962C8B-B14F-4D97-AF65-F5344CB8AC3E}">
        <p14:creationId xmlns:p14="http://schemas.microsoft.com/office/powerpoint/2010/main" val="167423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35">
            <a:extLst>
              <a:ext uri="{FF2B5EF4-FFF2-40B4-BE49-F238E27FC236}">
                <a16:creationId xmlns:a16="http://schemas.microsoft.com/office/drawing/2014/main" id="{5982B2A4-4506-4E7C-BC56-30F19EC6ECD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6">
            <a:extLst>
              <a:ext uri="{FF2B5EF4-FFF2-40B4-BE49-F238E27FC236}">
                <a16:creationId xmlns:a16="http://schemas.microsoft.com/office/drawing/2014/main" id="{0EB241EE-2DD7-4773-A780-3027ABDE5DAB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7">
            <a:extLst>
              <a:ext uri="{FF2B5EF4-FFF2-40B4-BE49-F238E27FC236}">
                <a16:creationId xmlns:a16="http://schemas.microsoft.com/office/drawing/2014/main" id="{A204A7A9-5748-4E22-B0F6-F652749AEB45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8">
            <a:extLst>
              <a:ext uri="{FF2B5EF4-FFF2-40B4-BE49-F238E27FC236}">
                <a16:creationId xmlns:a16="http://schemas.microsoft.com/office/drawing/2014/main" id="{B635B86C-72A1-4A4E-9E78-11BAE33D963A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8382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5" name="text-239">
            <a:extLst>
              <a:ext uri="{FF2B5EF4-FFF2-40B4-BE49-F238E27FC236}">
                <a16:creationId xmlns:a16="http://schemas.microsoft.com/office/drawing/2014/main" id="{ADC31170-66C1-4594-96CE-A1EF1AE325FE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27241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40">
            <a:extLst>
              <a:ext uri="{FF2B5EF4-FFF2-40B4-BE49-F238E27FC236}">
                <a16:creationId xmlns:a16="http://schemas.microsoft.com/office/drawing/2014/main" id="{58173930-542A-4144-92ED-8C37A065A6D7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7905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拆任务</a:t>
            </a:r>
            <a:r>
              <a:rPr dirty="0"/>
              <a:t> · </a:t>
            </a:r>
            <a:r>
              <a:rPr dirty="0" err="1"/>
              <a:t>定接口</a:t>
            </a:r>
            <a:r>
              <a:rPr dirty="0"/>
              <a:t> · </a:t>
            </a:r>
            <a:r>
              <a:rPr dirty="0" err="1"/>
              <a:t>控进度</a:t>
            </a:r>
            <a:r>
              <a:rPr dirty="0"/>
              <a:t> · Review · </a:t>
            </a:r>
            <a:r>
              <a:rPr dirty="0" err="1"/>
              <a:t>联调兜底</a:t>
            </a:r>
            <a:r>
              <a:rPr dirty="0"/>
              <a:t> · </a:t>
            </a:r>
            <a:r>
              <a:rPr dirty="0" err="1"/>
              <a:t>汇报闭环</a:t>
            </a:r>
            <a:r>
              <a:rPr lang="en-US" altLang="zh-CN" dirty="0"/>
              <a:t>· </a:t>
            </a:r>
            <a:r>
              <a:rPr lang="zh-CN" altLang="en-US" dirty="0"/>
              <a:t>安卓手机端盖</a:t>
            </a:r>
            <a:endParaRPr dirty="0"/>
          </a:p>
        </p:txBody>
      </p:sp>
      <p:cxnSp>
        <p:nvCxnSpPr>
          <p:cNvPr id="35" name="rule-241"/>
          <p:cNvCxnSpPr/>
          <p:nvPr/>
        </p:nvCxnSpPr>
        <p:spPr>
          <a:xfrm>
            <a:off x="400050" y="23812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242">
            <a:extLst>
              <a:ext uri="{FF2B5EF4-FFF2-40B4-BE49-F238E27FC236}">
                <a16:creationId xmlns:a16="http://schemas.microsoft.com/office/drawing/2014/main" id="{292C68F7-2A89-411A-99EF-8BA5D3A69692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汪炜康</a:t>
            </a:r>
            <a:endParaRPr dirty="0"/>
          </a:p>
        </p:txBody>
      </p:sp>
      <p:sp>
        <p:nvSpPr>
          <p:cNvPr id="9" name="text-243">
            <a:extLst>
              <a:ext uri="{FF2B5EF4-FFF2-40B4-BE49-F238E27FC236}">
                <a16:creationId xmlns:a16="http://schemas.microsoft.com/office/drawing/2014/main" id="{D49DCA10-6D8B-4E5E-BCDD-FA4B916A7337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前端负责人</a:t>
            </a:r>
            <a:endParaRPr dirty="0"/>
          </a:p>
        </p:txBody>
      </p:sp>
      <p:sp>
        <p:nvSpPr>
          <p:cNvPr id="10" name="text-244">
            <a:extLst>
              <a:ext uri="{FF2B5EF4-FFF2-40B4-BE49-F238E27FC236}">
                <a16:creationId xmlns:a16="http://schemas.microsoft.com/office/drawing/2014/main" id="{3EB0852B-05E3-4874-88B3-4051CE2D30C1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完成</a:t>
            </a:r>
            <a:r>
              <a:rPr lang="en-US" altLang="zh-CN" dirty="0"/>
              <a:t>web</a:t>
            </a:r>
            <a:r>
              <a:rPr lang="zh-CN" altLang="en-US" dirty="0"/>
              <a:t>端和安卓</a:t>
            </a:r>
            <a:r>
              <a:rPr lang="en-US" altLang="zh-CN" dirty="0"/>
              <a:t>PC</a:t>
            </a:r>
            <a:r>
              <a:rPr lang="zh-CN" altLang="en-US" dirty="0"/>
              <a:t>客户端的前端页面</a:t>
            </a:r>
          </a:p>
        </p:txBody>
      </p:sp>
      <p:cxnSp>
        <p:nvCxnSpPr>
          <p:cNvPr id="39" name="rule-245"/>
          <p:cNvCxnSpPr/>
          <p:nvPr/>
        </p:nvCxnSpPr>
        <p:spPr>
          <a:xfrm>
            <a:off x="27432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246">
            <a:extLst>
              <a:ext uri="{FF2B5EF4-FFF2-40B4-BE49-F238E27FC236}">
                <a16:creationId xmlns:a16="http://schemas.microsoft.com/office/drawing/2014/main" id="{3623759F-9353-4337-A4E3-12C30AD349EC}"/>
              </a:ext>
            </a:extLst>
          </p:cNvPr>
          <p:cNvSpPr>
            <a:spLocks noGrp="1"/>
          </p:cNvSpPr>
          <p:nvPr/>
        </p:nvSpPr>
        <p:spPr>
          <a:xfrm>
            <a:off x="30099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黄美琪</a:t>
            </a:r>
            <a:endParaRPr dirty="0"/>
          </a:p>
        </p:txBody>
      </p:sp>
      <p:sp>
        <p:nvSpPr>
          <p:cNvPr id="13" name="text-247">
            <a:extLst>
              <a:ext uri="{FF2B5EF4-FFF2-40B4-BE49-F238E27FC236}">
                <a16:creationId xmlns:a16="http://schemas.microsoft.com/office/drawing/2014/main" id="{C9406CE0-83B2-46AA-98B6-055081CFC8E9}"/>
              </a:ext>
            </a:extLst>
          </p:cNvPr>
          <p:cNvSpPr>
            <a:spLocks noGrp="1"/>
          </p:cNvSpPr>
          <p:nvPr/>
        </p:nvSpPr>
        <p:spPr>
          <a:xfrm>
            <a:off x="300990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前端业务</a:t>
            </a:r>
            <a:endParaRPr dirty="0"/>
          </a:p>
        </p:txBody>
      </p:sp>
      <p:sp>
        <p:nvSpPr>
          <p:cNvPr id="14" name="text-248">
            <a:extLst>
              <a:ext uri="{FF2B5EF4-FFF2-40B4-BE49-F238E27FC236}">
                <a16:creationId xmlns:a16="http://schemas.microsoft.com/office/drawing/2014/main" id="{8F59E8E7-3CE2-4F62-B380-FFD79D632CD2}"/>
              </a:ext>
            </a:extLst>
          </p:cNvPr>
          <p:cNvSpPr>
            <a:spLocks noGrp="1"/>
          </p:cNvSpPr>
          <p:nvPr/>
        </p:nvSpPr>
        <p:spPr>
          <a:xfrm>
            <a:off x="300990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完成微信小程序的前端页面</a:t>
            </a:r>
          </a:p>
        </p:txBody>
      </p:sp>
      <p:cxnSp>
        <p:nvCxnSpPr>
          <p:cNvPr id="43" name="rule-249"/>
          <p:cNvCxnSpPr/>
          <p:nvPr/>
        </p:nvCxnSpPr>
        <p:spPr>
          <a:xfrm>
            <a:off x="535305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250">
            <a:extLst>
              <a:ext uri="{FF2B5EF4-FFF2-40B4-BE49-F238E27FC236}">
                <a16:creationId xmlns:a16="http://schemas.microsoft.com/office/drawing/2014/main" id="{0052CF49-8D1A-40B9-99E5-8A33DD2E9077}"/>
              </a:ext>
            </a:extLst>
          </p:cNvPr>
          <p:cNvSpPr>
            <a:spLocks noGrp="1"/>
          </p:cNvSpPr>
          <p:nvPr/>
        </p:nvSpPr>
        <p:spPr>
          <a:xfrm>
            <a:off x="561975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吴</a:t>
            </a:r>
            <a:r>
              <a:rPr lang="zh-CN" altLang="en-US"/>
              <a:t>松青</a:t>
            </a:r>
            <a:endParaRPr dirty="0"/>
          </a:p>
        </p:txBody>
      </p:sp>
      <p:sp>
        <p:nvSpPr>
          <p:cNvPr id="17" name="text-251">
            <a:extLst>
              <a:ext uri="{FF2B5EF4-FFF2-40B4-BE49-F238E27FC236}">
                <a16:creationId xmlns:a16="http://schemas.microsoft.com/office/drawing/2014/main" id="{44779297-0F1F-4E70-903C-3F5AB74D0582}"/>
              </a:ext>
            </a:extLst>
          </p:cNvPr>
          <p:cNvSpPr>
            <a:spLocks noGrp="1"/>
          </p:cNvSpPr>
          <p:nvPr/>
        </p:nvSpPr>
        <p:spPr>
          <a:xfrm>
            <a:off x="561975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52">
            <a:extLst>
              <a:ext uri="{FF2B5EF4-FFF2-40B4-BE49-F238E27FC236}">
                <a16:creationId xmlns:a16="http://schemas.microsoft.com/office/drawing/2014/main" id="{EF6352DB-3237-4165-A540-6BDECFF3BE64}"/>
              </a:ext>
            </a:extLst>
          </p:cNvPr>
          <p:cNvSpPr>
            <a:spLocks noGrp="1"/>
          </p:cNvSpPr>
          <p:nvPr/>
        </p:nvSpPr>
        <p:spPr>
          <a:xfrm>
            <a:off x="561975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业务接口、数据模型、SignalR</a:t>
            </a:r>
            <a:r>
              <a:rPr dirty="0"/>
              <a:t> </a:t>
            </a:r>
            <a:r>
              <a:rPr dirty="0" err="1"/>
              <a:t>逻辑</a:t>
            </a:r>
            <a:endParaRPr dirty="0"/>
          </a:p>
        </p:txBody>
      </p:sp>
      <p:cxnSp>
        <p:nvCxnSpPr>
          <p:cNvPr id="47" name="rule-253"/>
          <p:cNvCxnSpPr/>
          <p:nvPr/>
        </p:nvCxnSpPr>
        <p:spPr>
          <a:xfrm>
            <a:off x="79629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0" name="text-254">
            <a:extLst>
              <a:ext uri="{FF2B5EF4-FFF2-40B4-BE49-F238E27FC236}">
                <a16:creationId xmlns:a16="http://schemas.microsoft.com/office/drawing/2014/main" id="{54CED43D-6C37-47EE-B281-FA754F097F65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余龙</a:t>
            </a:r>
            <a:endParaRPr dirty="0"/>
          </a:p>
        </p:txBody>
      </p:sp>
      <p:sp>
        <p:nvSpPr>
          <p:cNvPr id="21" name="text-255">
            <a:extLst>
              <a:ext uri="{FF2B5EF4-FFF2-40B4-BE49-F238E27FC236}">
                <a16:creationId xmlns:a16="http://schemas.microsoft.com/office/drawing/2014/main" id="{D4BA427F-5FD7-4650-9993-C33328BF8704}"/>
              </a:ext>
            </a:extLst>
          </p:cNvPr>
          <p:cNvSpPr>
            <a:spLocks noGrp="1"/>
          </p:cNvSpPr>
          <p:nvPr/>
        </p:nvSpPr>
        <p:spPr>
          <a:xfrm>
            <a:off x="8229600" y="3067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6">
            <a:extLst>
              <a:ext uri="{FF2B5EF4-FFF2-40B4-BE49-F238E27FC236}">
                <a16:creationId xmlns:a16="http://schemas.microsoft.com/office/drawing/2014/main" id="{89E2BBCF-9D9F-476C-A2FA-AEF84D816A87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1428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51" name="rule-257"/>
          <p:cNvCxnSpPr/>
          <p:nvPr/>
        </p:nvCxnSpPr>
        <p:spPr>
          <a:xfrm>
            <a:off x="99060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4" name="text-258">
            <a:extLst>
              <a:ext uri="{FF2B5EF4-FFF2-40B4-BE49-F238E27FC236}">
                <a16:creationId xmlns:a16="http://schemas.microsoft.com/office/drawing/2014/main" id="{C3F1A3CF-DDC5-4D5E-8CDF-E6C8FDD6FEC3}"/>
              </a:ext>
            </a:extLst>
          </p:cNvPr>
          <p:cNvSpPr>
            <a:spLocks noGrp="1"/>
          </p:cNvSpPr>
          <p:nvPr/>
        </p:nvSpPr>
        <p:spPr>
          <a:xfrm>
            <a:off x="101727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王佳蒙</a:t>
            </a:r>
            <a:endParaRPr dirty="0"/>
          </a:p>
        </p:txBody>
      </p:sp>
      <p:sp>
        <p:nvSpPr>
          <p:cNvPr id="25" name="text-259">
            <a:extLst>
              <a:ext uri="{FF2B5EF4-FFF2-40B4-BE49-F238E27FC236}">
                <a16:creationId xmlns:a16="http://schemas.microsoft.com/office/drawing/2014/main" id="{E24E2BC6-3A7D-40F9-A2B6-94A1343204FF}"/>
              </a:ext>
            </a:extLst>
          </p:cNvPr>
          <p:cNvSpPr>
            <a:spLocks noGrp="1"/>
          </p:cNvSpPr>
          <p:nvPr/>
        </p:nvSpPr>
        <p:spPr>
          <a:xfrm>
            <a:off x="10172700" y="3067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60">
            <a:extLst>
              <a:ext uri="{FF2B5EF4-FFF2-40B4-BE49-F238E27FC236}">
                <a16:creationId xmlns:a16="http://schemas.microsoft.com/office/drawing/2014/main" id="{718E96E4-22CF-4E88-937D-477150D5E1DC}"/>
              </a:ext>
            </a:extLst>
          </p:cNvPr>
          <p:cNvSpPr>
            <a:spLocks noGrp="1"/>
          </p:cNvSpPr>
          <p:nvPr/>
        </p:nvSpPr>
        <p:spPr>
          <a:xfrm>
            <a:off x="10172700" y="3600450"/>
            <a:ext cx="1428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61">
            <a:extLst>
              <a:ext uri="{FF2B5EF4-FFF2-40B4-BE49-F238E27FC236}">
                <a16:creationId xmlns:a16="http://schemas.microsoft.com/office/drawing/2014/main" id="{B69A4E74-640A-4938-B9C4-490384C6A174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11391900" cy="8953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8" name="text-262">
            <a:extLst>
              <a:ext uri="{FF2B5EF4-FFF2-40B4-BE49-F238E27FC236}">
                <a16:creationId xmlns:a16="http://schemas.microsoft.com/office/drawing/2014/main" id="{57EA05C1-5BCF-499B-B3AC-F5152C5376E8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109347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79893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263">
            <a:extLst>
              <a:ext uri="{FF2B5EF4-FFF2-40B4-BE49-F238E27FC236}">
                <a16:creationId xmlns:a16="http://schemas.microsoft.com/office/drawing/2014/main" id="{DB5F53FE-A6AA-4EE1-A674-94ECE9272FE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4">
            <a:extLst>
              <a:ext uri="{FF2B5EF4-FFF2-40B4-BE49-F238E27FC236}">
                <a16:creationId xmlns:a16="http://schemas.microsoft.com/office/drawing/2014/main" id="{CB3741FE-D00B-42F4-80C0-DA6F6F3C9F43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5">
            <a:extLst>
              <a:ext uri="{FF2B5EF4-FFF2-40B4-BE49-F238E27FC236}">
                <a16:creationId xmlns:a16="http://schemas.microsoft.com/office/drawing/2014/main" id="{EEB9B8CD-EBA8-4E8C-9539-5917DF00C7D8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6">
            <a:extLst>
              <a:ext uri="{FF2B5EF4-FFF2-40B4-BE49-F238E27FC236}">
                <a16:creationId xmlns:a16="http://schemas.microsoft.com/office/drawing/2014/main" id="{27CD1918-2C7F-4792-934A-D18CDF1E6DCB}"/>
              </a:ext>
            </a:extLst>
          </p:cNvPr>
          <p:cNvSpPr>
            <a:spLocks noGrp="1"/>
          </p:cNvSpPr>
          <p:nvPr/>
        </p:nvSpPr>
        <p:spPr>
          <a:xfrm>
            <a:off x="400050" y="12763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7">
            <a:extLst>
              <a:ext uri="{FF2B5EF4-FFF2-40B4-BE49-F238E27FC236}">
                <a16:creationId xmlns:a16="http://schemas.microsoft.com/office/drawing/2014/main" id="{2BF4AB64-19A1-43F5-BC5F-C39674BF9B4D}"/>
              </a:ext>
            </a:extLst>
          </p:cNvPr>
          <p:cNvSpPr>
            <a:spLocks noGrp="1"/>
          </p:cNvSpPr>
          <p:nvPr/>
        </p:nvSpPr>
        <p:spPr>
          <a:xfrm>
            <a:off x="6457950" y="12763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23" name="rule-268"/>
          <p:cNvCxnSpPr/>
          <p:nvPr/>
        </p:nvCxnSpPr>
        <p:spPr>
          <a:xfrm>
            <a:off x="400050" y="17907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text-269">
            <a:extLst>
              <a:ext uri="{FF2B5EF4-FFF2-40B4-BE49-F238E27FC236}">
                <a16:creationId xmlns:a16="http://schemas.microsoft.com/office/drawing/2014/main" id="{836516D2-1017-48C9-882F-51143EA16635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70">
            <a:extLst>
              <a:ext uri="{FF2B5EF4-FFF2-40B4-BE49-F238E27FC236}">
                <a16:creationId xmlns:a16="http://schemas.microsoft.com/office/drawing/2014/main" id="{5985D4CA-CAB2-4156-9BA4-B53C7F7C92ED}"/>
              </a:ext>
            </a:extLst>
          </p:cNvPr>
          <p:cNvSpPr>
            <a:spLocks noGrp="1"/>
          </p:cNvSpPr>
          <p:nvPr/>
        </p:nvSpPr>
        <p:spPr>
          <a:xfrm>
            <a:off x="6457950" y="21526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 fontScale="98472"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26" name="rule-271"/>
          <p:cNvCxnSpPr/>
          <p:nvPr/>
        </p:nvCxnSpPr>
        <p:spPr>
          <a:xfrm>
            <a:off x="400050" y="27241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0" name="text-272">
            <a:extLst>
              <a:ext uri="{FF2B5EF4-FFF2-40B4-BE49-F238E27FC236}">
                <a16:creationId xmlns:a16="http://schemas.microsoft.com/office/drawing/2014/main" id="{EFFB295D-C3F9-48D9-9A3B-DD7354013A28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3">
            <a:extLst>
              <a:ext uri="{FF2B5EF4-FFF2-40B4-BE49-F238E27FC236}">
                <a16:creationId xmlns:a16="http://schemas.microsoft.com/office/drawing/2014/main" id="{D1773205-44A9-46C9-874B-4DD5C6DA7901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29" name="rule-274"/>
          <p:cNvCxnSpPr/>
          <p:nvPr/>
        </p:nvCxnSpPr>
        <p:spPr>
          <a:xfrm>
            <a:off x="400050" y="37338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3" name="text-275">
            <a:extLst>
              <a:ext uri="{FF2B5EF4-FFF2-40B4-BE49-F238E27FC236}">
                <a16:creationId xmlns:a16="http://schemas.microsoft.com/office/drawing/2014/main" id="{FB24C451-C247-47E8-8FEE-889BFCD75280}"/>
              </a:ext>
            </a:extLst>
          </p:cNvPr>
          <p:cNvSpPr>
            <a:spLocks noGrp="1"/>
          </p:cNvSpPr>
          <p:nvPr/>
        </p:nvSpPr>
        <p:spPr>
          <a:xfrm>
            <a:off x="400050" y="407670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 fontScale="90000"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Debug 构建通过；单元测试任务类加载失败</a:t>
            </a:r>
          </a:p>
        </p:txBody>
      </p:sp>
      <p:sp>
        <p:nvSpPr>
          <p:cNvPr id="14" name="text-276">
            <a:extLst>
              <a:ext uri="{FF2B5EF4-FFF2-40B4-BE49-F238E27FC236}">
                <a16:creationId xmlns:a16="http://schemas.microsoft.com/office/drawing/2014/main" id="{BD0FF65C-9410-4E45-8B44-2F691C612CEA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 fontScale="90000"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修复测试执行链，补 Compose UI Test 与 Android CI</a:t>
            </a:r>
          </a:p>
        </p:txBody>
      </p:sp>
      <p:cxnSp>
        <p:nvCxnSpPr>
          <p:cNvPr id="32" name="rule-277"/>
          <p:cNvCxnSpPr/>
          <p:nvPr/>
        </p:nvCxnSpPr>
        <p:spPr>
          <a:xfrm>
            <a:off x="400050" y="47434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278">
            <a:extLst>
              <a:ext uri="{FF2B5EF4-FFF2-40B4-BE49-F238E27FC236}">
                <a16:creationId xmlns:a16="http://schemas.microsoft.com/office/drawing/2014/main" id="{B3696359-683B-4331-B172-6ED505CD5C21}"/>
              </a:ext>
            </a:extLst>
          </p:cNvPr>
          <p:cNvSpPr>
            <a:spLocks noGrp="1"/>
          </p:cNvSpPr>
          <p:nvPr/>
        </p:nvSpPr>
        <p:spPr>
          <a:xfrm>
            <a:off x="400050" y="5086350"/>
            <a:ext cx="4953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9">
            <a:extLst>
              <a:ext uri="{FF2B5EF4-FFF2-40B4-BE49-F238E27FC236}">
                <a16:creationId xmlns:a16="http://schemas.microsoft.com/office/drawing/2014/main" id="{87CA4237-4F92-4291-BCAF-7BB1D352FE37}"/>
              </a:ext>
            </a:extLst>
          </p:cNvPr>
          <p:cNvSpPr>
            <a:spLocks noGrp="1"/>
          </p:cNvSpPr>
          <p:nvPr/>
        </p:nvSpPr>
        <p:spPr>
          <a:xfrm>
            <a:off x="6457950" y="5086350"/>
            <a:ext cx="4953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79111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0">
            <a:extLst>
              <a:ext uri="{FF2B5EF4-FFF2-40B4-BE49-F238E27FC236}">
                <a16:creationId xmlns:a16="http://schemas.microsoft.com/office/drawing/2014/main" id="{4E24A882-FC8D-4D0E-9FE7-3D0B0BBE702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81">
            <a:extLst>
              <a:ext uri="{FF2B5EF4-FFF2-40B4-BE49-F238E27FC236}">
                <a16:creationId xmlns:a16="http://schemas.microsoft.com/office/drawing/2014/main" id="{B9DDB418-2B8B-41E0-96DC-B0292ECA956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906000" cy="1752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82">
            <a:extLst>
              <a:ext uri="{FF2B5EF4-FFF2-40B4-BE49-F238E27FC236}">
                <a16:creationId xmlns:a16="http://schemas.microsoft.com/office/drawing/2014/main" id="{0D71BBD1-4A7C-4036-9DD1-F6FBF9B382C5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3">
            <a:extLst>
              <a:ext uri="{FF2B5EF4-FFF2-40B4-BE49-F238E27FC236}">
                <a16:creationId xmlns:a16="http://schemas.microsoft.com/office/drawing/2014/main" id="{EAF7F066-3164-4AC5-A8C8-E7A469804EC3}"/>
              </a:ext>
            </a:extLst>
          </p:cNvPr>
          <p:cNvSpPr>
            <a:spLocks noGrp="1"/>
          </p:cNvSpPr>
          <p:nvPr/>
        </p:nvSpPr>
        <p:spPr>
          <a:xfrm>
            <a:off x="30289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4">
            <a:extLst>
              <a:ext uri="{FF2B5EF4-FFF2-40B4-BE49-F238E27FC236}">
                <a16:creationId xmlns:a16="http://schemas.microsoft.com/office/drawing/2014/main" id="{03E24536-8B86-45AE-8756-17B57A08E715}"/>
              </a:ext>
            </a:extLst>
          </p:cNvPr>
          <p:cNvSpPr>
            <a:spLocks noGrp="1"/>
          </p:cNvSpPr>
          <p:nvPr/>
        </p:nvSpPr>
        <p:spPr>
          <a:xfrm>
            <a:off x="56578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5">
            <a:extLst>
              <a:ext uri="{FF2B5EF4-FFF2-40B4-BE49-F238E27FC236}">
                <a16:creationId xmlns:a16="http://schemas.microsoft.com/office/drawing/2014/main" id="{45C62238-B126-4775-8D22-D72BCB56396B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6">
            <a:extLst>
              <a:ext uri="{FF2B5EF4-FFF2-40B4-BE49-F238E27FC236}">
                <a16:creationId xmlns:a16="http://schemas.microsoft.com/office/drawing/2014/main" id="{7E13A611-3F5C-4D16-AFA4-DDB2586D5336}"/>
              </a:ext>
            </a:extLst>
          </p:cNvPr>
          <p:cNvSpPr>
            <a:spLocks noGrp="1"/>
          </p:cNvSpPr>
          <p:nvPr/>
        </p:nvSpPr>
        <p:spPr>
          <a:xfrm>
            <a:off x="4000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7">
            <a:extLst>
              <a:ext uri="{FF2B5EF4-FFF2-40B4-BE49-F238E27FC236}">
                <a16:creationId xmlns:a16="http://schemas.microsoft.com/office/drawing/2014/main" id="{AE9CDBF9-D602-4BE1-980F-B044C2828DE9}"/>
              </a:ext>
            </a:extLst>
          </p:cNvPr>
          <p:cNvSpPr>
            <a:spLocks noGrp="1"/>
          </p:cNvSpPr>
          <p:nvPr/>
        </p:nvSpPr>
        <p:spPr>
          <a:xfrm>
            <a:off x="30289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8">
            <a:extLst>
              <a:ext uri="{FF2B5EF4-FFF2-40B4-BE49-F238E27FC236}">
                <a16:creationId xmlns:a16="http://schemas.microsoft.com/office/drawing/2014/main" id="{F38BBE2C-0A71-4F45-A4B3-85C32EAAC273}"/>
              </a:ext>
            </a:extLst>
          </p:cNvPr>
          <p:cNvSpPr>
            <a:spLocks noGrp="1"/>
          </p:cNvSpPr>
          <p:nvPr/>
        </p:nvSpPr>
        <p:spPr>
          <a:xfrm>
            <a:off x="56578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9">
            <a:extLst>
              <a:ext uri="{FF2B5EF4-FFF2-40B4-BE49-F238E27FC236}">
                <a16:creationId xmlns:a16="http://schemas.microsoft.com/office/drawing/2014/main" id="{550D38C7-96C6-4317-A65E-78640ECA4A51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8575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性能、Android 测试与共编路线</a:t>
            </a:r>
          </a:p>
        </p:txBody>
      </p:sp>
      <p:sp>
        <p:nvSpPr>
          <p:cNvPr id="11" name="rect-290">
            <a:extLst>
              <a:ext uri="{FF2B5EF4-FFF2-40B4-BE49-F238E27FC236}">
                <a16:creationId xmlns:a16="http://schemas.microsoft.com/office/drawing/2014/main" id="{8FBF18CF-1714-423C-8A79-CB241817FBA5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1391900" cy="6667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2" name="text-291">
            <a:extLst>
              <a:ext uri="{FF2B5EF4-FFF2-40B4-BE49-F238E27FC236}">
                <a16:creationId xmlns:a16="http://schemas.microsoft.com/office/drawing/2014/main" id="{046D1D26-AAC3-4163-9100-5A46F766382E}"/>
              </a:ext>
            </a:extLst>
          </p:cNvPr>
          <p:cNvSpPr>
            <a:spLocks noGrp="1"/>
          </p:cNvSpPr>
          <p:nvPr/>
        </p:nvSpPr>
        <p:spPr>
          <a:xfrm>
            <a:off x="628650" y="5753100"/>
            <a:ext cx="10934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92">
            <a:extLst>
              <a:ext uri="{FF2B5EF4-FFF2-40B4-BE49-F238E27FC236}">
                <a16:creationId xmlns:a16="http://schemas.microsoft.com/office/drawing/2014/main" id="{B354FEFF-05C7-4FC8-BB49-096CC6915CA7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429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2913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293">
            <a:extLst>
              <a:ext uri="{FF2B5EF4-FFF2-40B4-BE49-F238E27FC236}">
                <a16:creationId xmlns:a16="http://schemas.microsoft.com/office/drawing/2014/main" id="{9FA0FDB0-0AEC-4EC8-81B9-32E493E4C2A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4">
            <a:extLst>
              <a:ext uri="{FF2B5EF4-FFF2-40B4-BE49-F238E27FC236}">
                <a16:creationId xmlns:a16="http://schemas.microsoft.com/office/drawing/2014/main" id="{E80C4FDC-5E5B-42E2-80D7-5FCF3859CA07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5">
            <a:extLst>
              <a:ext uri="{FF2B5EF4-FFF2-40B4-BE49-F238E27FC236}">
                <a16:creationId xmlns:a16="http://schemas.microsoft.com/office/drawing/2014/main" id="{50204393-773B-430B-A64D-BA012665599A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4" name="text-296">
            <a:extLst>
              <a:ext uri="{FF2B5EF4-FFF2-40B4-BE49-F238E27FC236}">
                <a16:creationId xmlns:a16="http://schemas.microsoft.com/office/drawing/2014/main" id="{C316B398-F2E3-4B43-8B37-A6093FE3691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7">
            <a:extLst>
              <a:ext uri="{FF2B5EF4-FFF2-40B4-BE49-F238E27FC236}">
                <a16:creationId xmlns:a16="http://schemas.microsoft.com/office/drawing/2014/main" id="{97B38FCA-4B25-45E9-8071-04C5058B7746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8">
            <a:extLst>
              <a:ext uri="{FF2B5EF4-FFF2-40B4-BE49-F238E27FC236}">
                <a16:creationId xmlns:a16="http://schemas.microsoft.com/office/drawing/2014/main" id="{F731BF0A-14EA-4592-9E54-3E1B5D014771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9">
            <a:extLst>
              <a:ext uri="{FF2B5EF4-FFF2-40B4-BE49-F238E27FC236}">
                <a16:creationId xmlns:a16="http://schemas.microsoft.com/office/drawing/2014/main" id="{50B4D63E-C3FC-40BE-802F-553A8FF9FABA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300">
            <a:extLst>
              <a:ext uri="{FF2B5EF4-FFF2-40B4-BE49-F238E27FC236}">
                <a16:creationId xmlns:a16="http://schemas.microsoft.com/office/drawing/2014/main" id="{01994F9C-0F3B-48DE-9B4F-E904A2B1EF21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301">
            <a:extLst>
              <a:ext uri="{FF2B5EF4-FFF2-40B4-BE49-F238E27FC236}">
                <a16:creationId xmlns:a16="http://schemas.microsoft.com/office/drawing/2014/main" id="{173596A8-8CED-4F57-8C05-2F0FE7560F13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302">
            <a:extLst>
              <a:ext uri="{FF2B5EF4-FFF2-40B4-BE49-F238E27FC236}">
                <a16:creationId xmlns:a16="http://schemas.microsoft.com/office/drawing/2014/main" id="{3062211B-7240-40FA-832D-3002B6724C2E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为什么 Android 采用原生 Compose？</a:t>
            </a:r>
          </a:p>
        </p:txBody>
      </p:sp>
      <p:sp>
        <p:nvSpPr>
          <p:cNvPr id="11" name="text-303">
            <a:extLst>
              <a:ext uri="{FF2B5EF4-FFF2-40B4-BE49-F238E27FC236}">
                <a16:creationId xmlns:a16="http://schemas.microsoft.com/office/drawing/2014/main" id="{253676B9-AAC3-48A2-BFFB-FF030ABCCD4F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 fontScale="94372"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原生方案更适合相机、麦克风、生命周期和 RTC 场景。Compose 用状态驱动 UI，StateFlow 统一状态，SignalR 与 Agora 分别承担实时消息和音视频；小程序仍用 uni-app 提高交付效率。</a:t>
            </a:r>
          </a:p>
        </p:txBody>
      </p:sp>
    </p:spTree>
    <p:extLst>
      <p:ext uri="{BB962C8B-B14F-4D97-AF65-F5344CB8AC3E}">
        <p14:creationId xmlns:p14="http://schemas.microsoft.com/office/powerpoint/2010/main" val="24492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04">
            <a:extLst>
              <a:ext uri="{FF2B5EF4-FFF2-40B4-BE49-F238E27FC236}">
                <a16:creationId xmlns:a16="http://schemas.microsoft.com/office/drawing/2014/main" id="{FA15DEAD-5739-4615-941E-507F5F23599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5">
            <a:extLst>
              <a:ext uri="{FF2B5EF4-FFF2-40B4-BE49-F238E27FC236}">
                <a16:creationId xmlns:a16="http://schemas.microsoft.com/office/drawing/2014/main" id="{6F449753-95AA-43BF-82C6-096EE1C910D3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6">
            <a:extLst>
              <a:ext uri="{FF2B5EF4-FFF2-40B4-BE49-F238E27FC236}">
                <a16:creationId xmlns:a16="http://schemas.microsoft.com/office/drawing/2014/main" id="{849C146B-B722-4570-9193-C78670BA48F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307">
            <a:extLst>
              <a:ext uri="{FF2B5EF4-FFF2-40B4-BE49-F238E27FC236}">
                <a16:creationId xmlns:a16="http://schemas.microsoft.com/office/drawing/2014/main" id="{36053BF5-7E36-4EF5-93C9-CE0142BE8D8C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8">
            <a:extLst>
              <a:ext uri="{FF2B5EF4-FFF2-40B4-BE49-F238E27FC236}">
                <a16:creationId xmlns:a16="http://schemas.microsoft.com/office/drawing/2014/main" id="{645361E6-ADE3-4618-A9B5-0641893FE35A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9">
            <a:extLst>
              <a:ext uri="{FF2B5EF4-FFF2-40B4-BE49-F238E27FC236}">
                <a16:creationId xmlns:a16="http://schemas.microsoft.com/office/drawing/2014/main" id="{8D4652B0-58F3-48AD-8F14-34CA6775A448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10">
            <a:extLst>
              <a:ext uri="{FF2B5EF4-FFF2-40B4-BE49-F238E27FC236}">
                <a16:creationId xmlns:a16="http://schemas.microsoft.com/office/drawing/2014/main" id="{17C640E4-7928-4E55-B0F7-7C3556D28943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11">
            <a:extLst>
              <a:ext uri="{FF2B5EF4-FFF2-40B4-BE49-F238E27FC236}">
                <a16:creationId xmlns:a16="http://schemas.microsoft.com/office/drawing/2014/main" id="{1319111D-7F5A-45FA-8C07-9BB57BFB56A2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12">
            <a:extLst>
              <a:ext uri="{FF2B5EF4-FFF2-40B4-BE49-F238E27FC236}">
                <a16:creationId xmlns:a16="http://schemas.microsoft.com/office/drawing/2014/main" id="{386C0FE9-9C54-402A-82FB-BFA8E746B31F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生产构建、Android assembleDebug 和微信小程序构建，核心交付目标通过；Android 单元测试类加载问题也被如实记录为质量边界。</a:t>
            </a:r>
          </a:p>
        </p:txBody>
      </p:sp>
      <p:sp>
        <p:nvSpPr>
          <p:cNvPr id="10" name="text-313">
            <a:extLst>
              <a:ext uri="{FF2B5EF4-FFF2-40B4-BE49-F238E27FC236}">
                <a16:creationId xmlns:a16="http://schemas.microsoft.com/office/drawing/2014/main" id="{CDC792A7-682C-471E-8E4A-C8FE54D5DF42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4">
            <a:extLst>
              <a:ext uri="{FF2B5EF4-FFF2-40B4-BE49-F238E27FC236}">
                <a16:creationId xmlns:a16="http://schemas.microsoft.com/office/drawing/2014/main" id="{28EA3FA5-BE39-4779-BDF2-F5D9BD3A44B1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262588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15">
            <a:extLst>
              <a:ext uri="{FF2B5EF4-FFF2-40B4-BE49-F238E27FC236}">
                <a16:creationId xmlns:a16="http://schemas.microsoft.com/office/drawing/2014/main" id="{3E6ADCC1-3709-4EFC-A784-54596F141D2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6">
            <a:extLst>
              <a:ext uri="{FF2B5EF4-FFF2-40B4-BE49-F238E27FC236}">
                <a16:creationId xmlns:a16="http://schemas.microsoft.com/office/drawing/2014/main" id="{BBB4A5F6-CC0E-49CA-A622-D62BBE7EBA3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7">
            <a:extLst>
              <a:ext uri="{FF2B5EF4-FFF2-40B4-BE49-F238E27FC236}">
                <a16:creationId xmlns:a16="http://schemas.microsoft.com/office/drawing/2014/main" id="{AACC53EE-72FC-4B34-BF6F-7F35171B643E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18">
            <a:extLst>
              <a:ext uri="{FF2B5EF4-FFF2-40B4-BE49-F238E27FC236}">
                <a16:creationId xmlns:a16="http://schemas.microsoft.com/office/drawing/2014/main" id="{C20E5A7F-5EC1-48C6-B936-7B6DACE0394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9">
            <a:extLst>
              <a:ext uri="{FF2B5EF4-FFF2-40B4-BE49-F238E27FC236}">
                <a16:creationId xmlns:a16="http://schemas.microsoft.com/office/drawing/2014/main" id="{6FFB1253-B963-48C9-AB72-83E398F2EDE2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20">
            <a:extLst>
              <a:ext uri="{FF2B5EF4-FFF2-40B4-BE49-F238E27FC236}">
                <a16:creationId xmlns:a16="http://schemas.microsoft.com/office/drawing/2014/main" id="{674EBA60-D4AA-4A02-8947-1A35FFA937A5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21">
            <a:extLst>
              <a:ext uri="{FF2B5EF4-FFF2-40B4-BE49-F238E27FC236}">
                <a16:creationId xmlns:a16="http://schemas.microsoft.com/office/drawing/2014/main" id="{16E02528-30FF-485B-9F7D-5670451CE613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22">
            <a:extLst>
              <a:ext uri="{FF2B5EF4-FFF2-40B4-BE49-F238E27FC236}">
                <a16:creationId xmlns:a16="http://schemas.microsoft.com/office/drawing/2014/main" id="{5E98A24C-B461-47E8-B27F-FEBCCAC7220E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3">
            <a:extLst>
              <a:ext uri="{FF2B5EF4-FFF2-40B4-BE49-F238E27FC236}">
                <a16:creationId xmlns:a16="http://schemas.microsoft.com/office/drawing/2014/main" id="{FFE8B553-8183-4A7B-AB09-369436F86266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包体偏大；Android 单元测试任务仍有类加载问题。Debug APK 与小程序构建已通过，以上边界都有明确改进路径。</a:t>
            </a:r>
          </a:p>
        </p:txBody>
      </p:sp>
      <p:sp>
        <p:nvSpPr>
          <p:cNvPr id="10" name="text-324">
            <a:extLst>
              <a:ext uri="{FF2B5EF4-FFF2-40B4-BE49-F238E27FC236}">
                <a16:creationId xmlns:a16="http://schemas.microsoft.com/office/drawing/2014/main" id="{D3FB2B42-2CA0-4BC8-9908-B74F2DB6B586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5">
            <a:extLst>
              <a:ext uri="{FF2B5EF4-FFF2-40B4-BE49-F238E27FC236}">
                <a16:creationId xmlns:a16="http://schemas.microsoft.com/office/drawing/2014/main" id="{9E775A2C-B124-48A2-990A-FD6C67E9CC70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先修复 Android 测试执行链并接入 CI，同时拆分消息与会议包体；再接 Yjs 文档协同；最后补可观测性、离线队列与并发压测，用指标验证改进。</a:t>
            </a:r>
          </a:p>
        </p:txBody>
      </p:sp>
    </p:spTree>
    <p:extLst>
      <p:ext uri="{BB962C8B-B14F-4D97-AF65-F5344CB8AC3E}">
        <p14:creationId xmlns:p14="http://schemas.microsoft.com/office/powerpoint/2010/main" val="21057551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1154</Words>
  <Application>Microsoft Office PowerPoint</Application>
  <DocSecurity>0</DocSecurity>
  <PresentationFormat>宽屏</PresentationFormat>
  <Paragraphs>246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以言 杜</cp:lastModifiedBy>
  <cp:revision>2</cp:revision>
  <dcterms:created xsi:type="dcterms:W3CDTF">2026-07-19T07:38:38Z</dcterms:created>
  <dcterms:modified xsi:type="dcterms:W3CDTF">2026-07-20T06:35:43Z</dcterms:modified>
</cp:coreProperties>
</file>