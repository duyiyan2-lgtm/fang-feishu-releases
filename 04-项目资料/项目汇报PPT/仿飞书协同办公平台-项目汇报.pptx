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-1">
            <a:extLst>
              <a:ext uri="{FF2B5EF4-FFF2-40B4-BE49-F238E27FC236}">
                <a16:creationId xmlns:a16="http://schemas.microsoft.com/office/drawing/2014/main" id="{463F90E6-A7E6-4DFD-9A2C-898EAB4A4E96}"/>
              </a:ext>
            </a:extLst>
          </p:cNvPr>
          <p:cNvSpPr>
            <a:spLocks noGrp="1"/>
          </p:cNvSpPr>
          <p:nvPr/>
        </p:nvSpPr>
        <p:spPr>
          <a:xfrm>
            <a:off x="6153150" y="361950"/>
            <a:ext cx="5638800" cy="6134100"/>
          </a:xfrm>
          <a:prstGeom prst="roundRect">
            <a:avLst>
              <a:gd name="adj" fmla="val 1351"/>
            </a:avLst>
          </a:prstGeom>
          <a:solidFill>
            <a:srgbClr val="EAF1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8E0D6782-A866-43C9-88D8-9DCFC910E5FB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571B30E9-284A-4591-BC04-C8B13E3100AE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5219700" cy="1809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FC9D9DD6-F816-41CB-B2A7-83E2835555F9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14" name="rule-5"/>
          <p:cNvCxnSpPr/>
          <p:nvPr/>
        </p:nvCxnSpPr>
        <p:spPr>
          <a:xfrm>
            <a:off x="400050" y="4476750"/>
            <a:ext cx="1752600" cy="95"/>
          </a:xfrm>
          <a:prstGeom prst="straightConnector1">
            <a:avLst/>
          </a:prstGeom>
          <a:ln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>
              <a:ext uri="{FF2B5EF4-FFF2-40B4-BE49-F238E27FC236}">
                <a16:creationId xmlns:a16="http://schemas.microsoft.com/office/drawing/2014/main" id="{8424A7EC-5984-4CB4-AE7D-9D50F9B876CE}"/>
              </a:ext>
            </a:extLst>
          </p:cNvPr>
          <p:cNvSpPr>
            <a:spLocks noGrp="1"/>
          </p:cNvSpPr>
          <p:nvPr/>
        </p:nvSpPr>
        <p:spPr>
          <a:xfrm>
            <a:off x="400050" y="481965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项目组长汇报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20A01DE6-1E20-4485-9355-54998B93A219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49530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祝意远</a:t>
            </a:r>
            <a:endParaRPr dirty="0"/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CB8F452B-31A2-461D-B6E4-CEEDBA0460C9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714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l="21388" r="21388"/>
          <a:stretch>
            <a:fillRect/>
          </a:stretch>
        </p:blipFill>
        <p:spPr>
          <a:xfrm>
            <a:off x="6286500" y="495300"/>
            <a:ext cx="5372100" cy="5867400"/>
          </a:xfrm>
          <a:prstGeom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45592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9">
            <a:extLst>
              <a:ext uri="{FF2B5EF4-FFF2-40B4-BE49-F238E27FC236}">
                <a16:creationId xmlns:a16="http://schemas.microsoft.com/office/drawing/2014/main" id="{FF7C36BB-1A35-4EE7-B1B8-794D2C4D592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9780B2FA-3599-4F2F-A093-7058EC133F2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>
              <a:ext uri="{FF2B5EF4-FFF2-40B4-BE49-F238E27FC236}">
                <a16:creationId xmlns:a16="http://schemas.microsoft.com/office/drawing/2014/main" id="{0B68535D-F66C-4C1A-B183-A2F915DDC441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>
              <a:ext uri="{FF2B5EF4-FFF2-40B4-BE49-F238E27FC236}">
                <a16:creationId xmlns:a16="http://schemas.microsoft.com/office/drawing/2014/main" id="{877529A3-0381-4075-87E5-71ED5EEFDD0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1F315FB5-6E3F-4348-A021-9D132640635E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>
              <a:ext uri="{FF2B5EF4-FFF2-40B4-BE49-F238E27FC236}">
                <a16:creationId xmlns:a16="http://schemas.microsoft.com/office/drawing/2014/main" id="{560996CC-57DB-4A99-98EF-25C2D300472F}"/>
              </a:ext>
            </a:extLst>
          </p:cNvPr>
          <p:cNvSpPr>
            <a:spLocks noGrp="1"/>
          </p:cNvSpPr>
          <p:nvPr/>
        </p:nvSpPr>
        <p:spPr>
          <a:xfrm>
            <a:off x="64579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>
              <a:ext uri="{FF2B5EF4-FFF2-40B4-BE49-F238E27FC236}">
                <a16:creationId xmlns:a16="http://schemas.microsoft.com/office/drawing/2014/main" id="{7C7C9CA7-79C8-42F2-9D26-A88DE8C1B8C7}"/>
              </a:ext>
            </a:extLst>
          </p:cNvPr>
          <p:cNvSpPr>
            <a:spLocks noGrp="1"/>
          </p:cNvSpPr>
          <p:nvPr/>
        </p:nvSpPr>
        <p:spPr>
          <a:xfrm>
            <a:off x="64579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32" name="rule-16"/>
          <p:cNvCxnSpPr/>
          <p:nvPr/>
        </p:nvCxnSpPr>
        <p:spPr>
          <a:xfrm>
            <a:off x="400050" y="24765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>
              <a:ext uri="{FF2B5EF4-FFF2-40B4-BE49-F238E27FC236}">
                <a16:creationId xmlns:a16="http://schemas.microsoft.com/office/drawing/2014/main" id="{161ECF98-30C1-4D74-B538-32C37397A6D2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>
              <a:ext uri="{FF2B5EF4-FFF2-40B4-BE49-F238E27FC236}">
                <a16:creationId xmlns:a16="http://schemas.microsoft.com/office/drawing/2014/main" id="{9831F6A6-2028-495E-89C7-DED23B84BF74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>
              <a:ext uri="{FF2B5EF4-FFF2-40B4-BE49-F238E27FC236}">
                <a16:creationId xmlns:a16="http://schemas.microsoft.com/office/drawing/2014/main" id="{53CCC122-BC13-4AB3-BAC5-FC38CB6B7A55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36" name="rule-20"/>
          <p:cNvCxnSpPr/>
          <p:nvPr/>
        </p:nvCxnSpPr>
        <p:spPr>
          <a:xfrm>
            <a:off x="3048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>
              <a:ext uri="{FF2B5EF4-FFF2-40B4-BE49-F238E27FC236}">
                <a16:creationId xmlns:a16="http://schemas.microsoft.com/office/drawing/2014/main" id="{1AB094F2-8431-47F8-A83A-722A1DD656AE}"/>
              </a:ext>
            </a:extLst>
          </p:cNvPr>
          <p:cNvSpPr>
            <a:spLocks noGrp="1"/>
          </p:cNvSpPr>
          <p:nvPr/>
        </p:nvSpPr>
        <p:spPr>
          <a:xfrm>
            <a:off x="32575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>
              <a:ext uri="{FF2B5EF4-FFF2-40B4-BE49-F238E27FC236}">
                <a16:creationId xmlns:a16="http://schemas.microsoft.com/office/drawing/2014/main" id="{232068DE-4E2C-4994-8CCC-674C65E255A1}"/>
              </a:ext>
            </a:extLst>
          </p:cNvPr>
          <p:cNvSpPr>
            <a:spLocks noGrp="1"/>
          </p:cNvSpPr>
          <p:nvPr/>
        </p:nvSpPr>
        <p:spPr>
          <a:xfrm>
            <a:off x="32575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>
              <a:ext uri="{FF2B5EF4-FFF2-40B4-BE49-F238E27FC236}">
                <a16:creationId xmlns:a16="http://schemas.microsoft.com/office/drawing/2014/main" id="{235AA9F1-D84D-4ABD-9E88-267AF2497DF8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40" name="rule-24"/>
          <p:cNvCxnSpPr/>
          <p:nvPr/>
        </p:nvCxnSpPr>
        <p:spPr>
          <a:xfrm>
            <a:off x="59055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>
              <a:ext uri="{FF2B5EF4-FFF2-40B4-BE49-F238E27FC236}">
                <a16:creationId xmlns:a16="http://schemas.microsoft.com/office/drawing/2014/main" id="{45CB06EB-792A-4345-B5FB-75FD4B69FEB5}"/>
              </a:ext>
            </a:extLst>
          </p:cNvPr>
          <p:cNvSpPr>
            <a:spLocks noGrp="1"/>
          </p:cNvSpPr>
          <p:nvPr/>
        </p:nvSpPr>
        <p:spPr>
          <a:xfrm>
            <a:off x="6115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APP</a:t>
            </a:r>
          </a:p>
        </p:txBody>
      </p:sp>
      <p:sp>
        <p:nvSpPr>
          <p:cNvPr id="18" name="text-26">
            <a:extLst>
              <a:ext uri="{FF2B5EF4-FFF2-40B4-BE49-F238E27FC236}">
                <a16:creationId xmlns:a16="http://schemas.microsoft.com/office/drawing/2014/main" id="{981E9613-5BB2-4B55-B213-0CAD0800233C}"/>
              </a:ext>
            </a:extLst>
          </p:cNvPr>
          <p:cNvSpPr>
            <a:spLocks noGrp="1"/>
          </p:cNvSpPr>
          <p:nvPr/>
        </p:nvSpPr>
        <p:spPr>
          <a:xfrm>
            <a:off x="6115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22</a:t>
            </a:r>
          </a:p>
        </p:txBody>
      </p:sp>
      <p:sp>
        <p:nvSpPr>
          <p:cNvPr id="19" name="text-27">
            <a:extLst>
              <a:ext uri="{FF2B5EF4-FFF2-40B4-BE49-F238E27FC236}">
                <a16:creationId xmlns:a16="http://schemas.microsoft.com/office/drawing/2014/main" id="{50747B15-A034-48E7-A44B-D6DCED48E332}"/>
              </a:ext>
            </a:extLst>
          </p:cNvPr>
          <p:cNvSpPr>
            <a:spLocks noGrp="1"/>
          </p:cNvSpPr>
          <p:nvPr/>
        </p:nvSpPr>
        <p:spPr>
          <a:xfrm>
            <a:off x="6115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页面
安卓 APK 已交付</a:t>
            </a:r>
          </a:p>
        </p:txBody>
      </p:sp>
      <p:cxnSp>
        <p:nvCxnSpPr>
          <p:cNvPr id="44" name="rule-28"/>
          <p:cNvCxnSpPr/>
          <p:nvPr/>
        </p:nvCxnSpPr>
        <p:spPr>
          <a:xfrm>
            <a:off x="8763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>
              <a:ext uri="{FF2B5EF4-FFF2-40B4-BE49-F238E27FC236}">
                <a16:creationId xmlns:a16="http://schemas.microsoft.com/office/drawing/2014/main" id="{54AF710D-D0B7-4DB4-9BC3-06CD6E9C0117}"/>
              </a:ext>
            </a:extLst>
          </p:cNvPr>
          <p:cNvSpPr>
            <a:spLocks noGrp="1"/>
          </p:cNvSpPr>
          <p:nvPr/>
        </p:nvSpPr>
        <p:spPr>
          <a:xfrm>
            <a:off x="8972550" y="2952750"/>
            <a:ext cx="2819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>
              <a:ext uri="{FF2B5EF4-FFF2-40B4-BE49-F238E27FC236}">
                <a16:creationId xmlns:a16="http://schemas.microsoft.com/office/drawing/2014/main" id="{18131858-926E-424D-8BE6-1F8B219ADDEB}"/>
              </a:ext>
            </a:extLst>
          </p:cNvPr>
          <p:cNvSpPr>
            <a:spLocks noGrp="1"/>
          </p:cNvSpPr>
          <p:nvPr/>
        </p:nvSpPr>
        <p:spPr>
          <a:xfrm>
            <a:off x="8972550" y="3333750"/>
            <a:ext cx="25717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>
              <a:ext uri="{FF2B5EF4-FFF2-40B4-BE49-F238E27FC236}">
                <a16:creationId xmlns:a16="http://schemas.microsoft.com/office/drawing/2014/main" id="{252D6122-91E7-499E-BCD0-97CEB81C4B7D}"/>
              </a:ext>
            </a:extLst>
          </p:cNvPr>
          <p:cNvSpPr>
            <a:spLocks noGrp="1"/>
          </p:cNvSpPr>
          <p:nvPr/>
        </p:nvSpPr>
        <p:spPr>
          <a:xfrm>
            <a:off x="8972550" y="4171950"/>
            <a:ext cx="25717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>
              <a:ext uri="{FF2B5EF4-FFF2-40B4-BE49-F238E27FC236}">
                <a16:creationId xmlns:a16="http://schemas.microsoft.com/office/drawing/2014/main" id="{31F2185B-7E68-4DB6-B618-DDEEF7736691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07632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8164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33">
            <a:extLst>
              <a:ext uri="{FF2B5EF4-FFF2-40B4-BE49-F238E27FC236}">
                <a16:creationId xmlns:a16="http://schemas.microsoft.com/office/drawing/2014/main" id="{ECBF3182-055D-423A-91DB-0DC6F51B77F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>
              <a:ext uri="{FF2B5EF4-FFF2-40B4-BE49-F238E27FC236}">
                <a16:creationId xmlns:a16="http://schemas.microsoft.com/office/drawing/2014/main" id="{532B9AFA-E5D1-42E2-B7ED-2D7E9605F6C7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>
              <a:ext uri="{FF2B5EF4-FFF2-40B4-BE49-F238E27FC236}">
                <a16:creationId xmlns:a16="http://schemas.microsoft.com/office/drawing/2014/main" id="{5F0E24A8-EF5C-45A2-BEBC-732464936F41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34" name="rule-36"/>
          <p:cNvCxnSpPr/>
          <p:nvPr/>
        </p:nvCxnSpPr>
        <p:spPr>
          <a:xfrm>
            <a:off x="2381250" y="19431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5" name="rule-37"/>
          <p:cNvCxnSpPr/>
          <p:nvPr/>
        </p:nvCxnSpPr>
        <p:spPr>
          <a:xfrm>
            <a:off x="2381250" y="28003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6" name="rule-38"/>
          <p:cNvCxnSpPr/>
          <p:nvPr/>
        </p:nvCxnSpPr>
        <p:spPr>
          <a:xfrm>
            <a:off x="2381250" y="36576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7" name="rule-39"/>
          <p:cNvCxnSpPr/>
          <p:nvPr/>
        </p:nvCxnSpPr>
        <p:spPr>
          <a:xfrm>
            <a:off x="2381250" y="45148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8" name="rule-40"/>
          <p:cNvCxnSpPr/>
          <p:nvPr/>
        </p:nvCxnSpPr>
        <p:spPr>
          <a:xfrm>
            <a:off x="7219950" y="28003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9" name="rule-41"/>
          <p:cNvCxnSpPr/>
          <p:nvPr/>
        </p:nvCxnSpPr>
        <p:spPr>
          <a:xfrm>
            <a:off x="7219950" y="365760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40" name="rule-42"/>
          <p:cNvCxnSpPr/>
          <p:nvPr/>
        </p:nvCxnSpPr>
        <p:spPr>
          <a:xfrm>
            <a:off x="7219950" y="45148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>
              <a:ext uri="{FF2B5EF4-FFF2-40B4-BE49-F238E27FC236}">
                <a16:creationId xmlns:a16="http://schemas.microsoft.com/office/drawing/2014/main" id="{29777493-8075-43C7-B368-25C60D234B5E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>
              <a:ext uri="{FF2B5EF4-FFF2-40B4-BE49-F238E27FC236}">
                <a16:creationId xmlns:a16="http://schemas.microsoft.com/office/drawing/2014/main" id="{FE5B760B-CFFD-4495-A0DD-B7ACD75BF828}"/>
              </a:ext>
            </a:extLst>
          </p:cNvPr>
          <p:cNvSpPr>
            <a:spLocks noGrp="1"/>
          </p:cNvSpPr>
          <p:nvPr/>
        </p:nvSpPr>
        <p:spPr>
          <a:xfrm>
            <a:off x="400050" y="24193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>
              <a:ext uri="{FF2B5EF4-FFF2-40B4-BE49-F238E27FC236}">
                <a16:creationId xmlns:a16="http://schemas.microsoft.com/office/drawing/2014/main" id="{43CC288F-74DF-45CA-8A88-269208A229C7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>
              <a:ext uri="{FF2B5EF4-FFF2-40B4-BE49-F238E27FC236}">
                <a16:creationId xmlns:a16="http://schemas.microsoft.com/office/drawing/2014/main" id="{939CE766-3516-4D9F-A182-C91A8A708C60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>
              <a:ext uri="{FF2B5EF4-FFF2-40B4-BE49-F238E27FC236}">
                <a16:creationId xmlns:a16="http://schemas.microsoft.com/office/drawing/2014/main" id="{21C311FB-5429-4738-855A-8084B9EF1138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1524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>
              <a:ext uri="{FF2B5EF4-FFF2-40B4-BE49-F238E27FC236}">
                <a16:creationId xmlns:a16="http://schemas.microsoft.com/office/drawing/2014/main" id="{FFB245A3-8A85-4F7D-9219-39D3AE07D3DC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 fontScale="88279"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>
              <a:ext uri="{FF2B5EF4-FFF2-40B4-BE49-F238E27FC236}">
                <a16:creationId xmlns:a16="http://schemas.microsoft.com/office/drawing/2014/main" id="{2122C861-918A-476D-B1BA-629A8171759B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App</a:t>
            </a:r>
          </a:p>
        </p:txBody>
      </p:sp>
      <p:sp>
        <p:nvSpPr>
          <p:cNvPr id="18" name="text-50">
            <a:extLst>
              <a:ext uri="{FF2B5EF4-FFF2-40B4-BE49-F238E27FC236}">
                <a16:creationId xmlns:a16="http://schemas.microsoft.com/office/drawing/2014/main" id="{5254AD08-CCC0-44E0-B207-9FB6AB0D1E88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>
              <a:ext uri="{FF2B5EF4-FFF2-40B4-BE49-F238E27FC236}">
                <a16:creationId xmlns:a16="http://schemas.microsoft.com/office/drawing/2014/main" id="{0FB66E70-E150-4150-90E9-DDE8814F4B27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2057400" cy="295275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>
              <a:ext uri="{FF2B5EF4-FFF2-40B4-BE49-F238E27FC236}">
                <a16:creationId xmlns:a16="http://schemas.microsoft.com/office/drawing/2014/main" id="{D6300FDA-5B1C-49CB-AB04-FF34CD70F09E}"/>
              </a:ext>
            </a:extLst>
          </p:cNvPr>
          <p:cNvSpPr>
            <a:spLocks noGrp="1"/>
          </p:cNvSpPr>
          <p:nvPr/>
        </p:nvSpPr>
        <p:spPr>
          <a:xfrm>
            <a:off x="5486400" y="2476500"/>
            <a:ext cx="14097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1" name="rule-53"/>
          <p:cNvCxnSpPr/>
          <p:nvPr/>
        </p:nvCxnSpPr>
        <p:spPr>
          <a:xfrm>
            <a:off x="5505450" y="3009900"/>
            <a:ext cx="1371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>
              <a:ext uri="{FF2B5EF4-FFF2-40B4-BE49-F238E27FC236}">
                <a16:creationId xmlns:a16="http://schemas.microsoft.com/office/drawing/2014/main" id="{BAE2EE36-7114-4B27-8281-FCC7C8877D1B}"/>
              </a:ext>
            </a:extLst>
          </p:cNvPr>
          <p:cNvSpPr>
            <a:spLocks noGrp="1"/>
          </p:cNvSpPr>
          <p:nvPr/>
        </p:nvSpPr>
        <p:spPr>
          <a:xfrm>
            <a:off x="5429250" y="3295650"/>
            <a:ext cx="1524000" cy="800100"/>
          </a:xfrm>
          <a:prstGeom prst="rect">
            <a:avLst/>
          </a:prstGeom>
        </p:spPr>
        <p:txBody>
          <a:bodyPr wrap="square" lIns="0" tIns="0" rIns="0" bIns="0" anchor="ctr">
            <a:normAutofit fontScale="78162"/>
          </a:bodyPr>
          <a:lstStyle/>
          <a:p>
            <a:pPr algn="ctr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>
              <a:ext uri="{FF2B5EF4-FFF2-40B4-BE49-F238E27FC236}">
                <a16:creationId xmlns:a16="http://schemas.microsoft.com/office/drawing/2014/main" id="{61AD431E-328B-4AFF-9E6A-C157AA3C3949}"/>
              </a:ext>
            </a:extLst>
          </p:cNvPr>
          <p:cNvSpPr>
            <a:spLocks noGrp="1"/>
          </p:cNvSpPr>
          <p:nvPr/>
        </p:nvSpPr>
        <p:spPr>
          <a:xfrm>
            <a:off x="5429250" y="4400550"/>
            <a:ext cx="1524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>
              <a:ext uri="{FF2B5EF4-FFF2-40B4-BE49-F238E27FC236}">
                <a16:creationId xmlns:a16="http://schemas.microsoft.com/office/drawing/2014/main" id="{5A279E2A-BBC2-4BC8-86FF-CF7903AC1554}"/>
              </a:ext>
            </a:extLst>
          </p:cNvPr>
          <p:cNvSpPr>
            <a:spLocks noGrp="1"/>
          </p:cNvSpPr>
          <p:nvPr/>
        </p:nvSpPr>
        <p:spPr>
          <a:xfrm>
            <a:off x="8972550" y="24193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>
              <a:ext uri="{FF2B5EF4-FFF2-40B4-BE49-F238E27FC236}">
                <a16:creationId xmlns:a16="http://schemas.microsoft.com/office/drawing/2014/main" id="{0DC012C0-2A56-4CBF-A2D7-1A31881642DA}"/>
              </a:ext>
            </a:extLst>
          </p:cNvPr>
          <p:cNvSpPr>
            <a:spLocks noGrp="1"/>
          </p:cNvSpPr>
          <p:nvPr/>
        </p:nvSpPr>
        <p:spPr>
          <a:xfrm>
            <a:off x="8972550" y="327660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>
              <a:ext uri="{FF2B5EF4-FFF2-40B4-BE49-F238E27FC236}">
                <a16:creationId xmlns:a16="http://schemas.microsoft.com/office/drawing/2014/main" id="{ED3A2220-38E1-46A5-8F5C-91999F107C40}"/>
              </a:ext>
            </a:extLst>
          </p:cNvPr>
          <p:cNvSpPr>
            <a:spLocks noGrp="1"/>
          </p:cNvSpPr>
          <p:nvPr/>
        </p:nvSpPr>
        <p:spPr>
          <a:xfrm>
            <a:off x="8972550" y="41338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>
              <a:ext uri="{FF2B5EF4-FFF2-40B4-BE49-F238E27FC236}">
                <a16:creationId xmlns:a16="http://schemas.microsoft.com/office/drawing/2014/main" id="{BFA16E42-A09A-4219-A37F-C9E324C6B7B1}"/>
              </a:ext>
            </a:extLst>
          </p:cNvPr>
          <p:cNvSpPr>
            <a:spLocks noGrp="1"/>
          </p:cNvSpPr>
          <p:nvPr/>
        </p:nvSpPr>
        <p:spPr>
          <a:xfrm>
            <a:off x="9201150" y="25908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2094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>
              <a:ext uri="{FF2B5EF4-FFF2-40B4-BE49-F238E27FC236}">
                <a16:creationId xmlns:a16="http://schemas.microsoft.com/office/drawing/2014/main" id="{6725445F-2824-418A-B0D4-32B9E7712D47}"/>
              </a:ext>
            </a:extLst>
          </p:cNvPr>
          <p:cNvSpPr>
            <a:spLocks noGrp="1"/>
          </p:cNvSpPr>
          <p:nvPr/>
        </p:nvSpPr>
        <p:spPr>
          <a:xfrm>
            <a:off x="9201150" y="344805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>
              <a:ext uri="{FF2B5EF4-FFF2-40B4-BE49-F238E27FC236}">
                <a16:creationId xmlns:a16="http://schemas.microsoft.com/office/drawing/2014/main" id="{B8D4CB66-367E-40EA-8963-6802095511B9}"/>
              </a:ext>
            </a:extLst>
          </p:cNvPr>
          <p:cNvSpPr>
            <a:spLocks noGrp="1"/>
          </p:cNvSpPr>
          <p:nvPr/>
        </p:nvSpPr>
        <p:spPr>
          <a:xfrm>
            <a:off x="9201150" y="43053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130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>
              <a:ext uri="{FF2B5EF4-FFF2-40B4-BE49-F238E27FC236}">
                <a16:creationId xmlns:a16="http://schemas.microsoft.com/office/drawing/2014/main" id="{87C5B523-CFB5-4C75-9867-FC34D1670735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06424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63">
            <a:extLst>
              <a:ext uri="{FF2B5EF4-FFF2-40B4-BE49-F238E27FC236}">
                <a16:creationId xmlns:a16="http://schemas.microsoft.com/office/drawing/2014/main" id="{42526E22-4557-43AC-A6E9-DE0FD6F9F9B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B5376F34-4FAC-41DB-8BC9-5CD5ABFCC608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>
              <a:ext uri="{FF2B5EF4-FFF2-40B4-BE49-F238E27FC236}">
                <a16:creationId xmlns:a16="http://schemas.microsoft.com/office/drawing/2014/main" id="{5A98676A-1AEA-4039-869F-6C00816AAC32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4" name="rule-66"/>
          <p:cNvCxnSpPr/>
          <p:nvPr/>
        </p:nvCxnSpPr>
        <p:spPr>
          <a:xfrm>
            <a:off x="30289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5" name="rule-67"/>
          <p:cNvCxnSpPr/>
          <p:nvPr/>
        </p:nvCxnSpPr>
        <p:spPr>
          <a:xfrm>
            <a:off x="59245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6" name="rule-68"/>
          <p:cNvCxnSpPr/>
          <p:nvPr/>
        </p:nvCxnSpPr>
        <p:spPr>
          <a:xfrm>
            <a:off x="88201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>
              <a:ext uri="{FF2B5EF4-FFF2-40B4-BE49-F238E27FC236}">
                <a16:creationId xmlns:a16="http://schemas.microsoft.com/office/drawing/2014/main" id="{4EC449F4-A5C1-4A26-8259-7752567A42D5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A48EB703-8369-4267-AD7F-69A67634FB9A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63F1D582-AE62-4161-9FD1-AB021A4A19A3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A2F39380-7C7F-4CB7-B915-D780840B1A08}"/>
              </a:ext>
            </a:extLst>
          </p:cNvPr>
          <p:cNvSpPr>
            <a:spLocks noGrp="1"/>
          </p:cNvSpPr>
          <p:nvPr/>
        </p:nvSpPr>
        <p:spPr>
          <a:xfrm>
            <a:off x="32956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>
              <a:ext uri="{FF2B5EF4-FFF2-40B4-BE49-F238E27FC236}">
                <a16:creationId xmlns:a16="http://schemas.microsoft.com/office/drawing/2014/main" id="{3EA1C086-D411-4DE8-B198-EB6D444A95FD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58156908-B956-43BB-9AAA-096545C0CDD3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D8C699C9-4CB7-4701-8C8C-CF5E8AE88ACE}"/>
              </a:ext>
            </a:extLst>
          </p:cNvPr>
          <p:cNvSpPr>
            <a:spLocks noGrp="1"/>
          </p:cNvSpPr>
          <p:nvPr/>
        </p:nvSpPr>
        <p:spPr>
          <a:xfrm>
            <a:off x="61912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9CD36C89-EE06-44AC-BDF3-8662D0BEEBA5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>
              <a:ext uri="{FF2B5EF4-FFF2-40B4-BE49-F238E27FC236}">
                <a16:creationId xmlns:a16="http://schemas.microsoft.com/office/drawing/2014/main" id="{DFC6FC9C-940B-467B-B5C1-FA6890862053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>
              <a:ext uri="{FF2B5EF4-FFF2-40B4-BE49-F238E27FC236}">
                <a16:creationId xmlns:a16="http://schemas.microsoft.com/office/drawing/2014/main" id="{D3A76C3B-AA72-4770-8FD2-DA769FD1C39D}"/>
              </a:ext>
            </a:extLst>
          </p:cNvPr>
          <p:cNvSpPr>
            <a:spLocks noGrp="1"/>
          </p:cNvSpPr>
          <p:nvPr/>
        </p:nvSpPr>
        <p:spPr>
          <a:xfrm>
            <a:off x="90868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>
              <a:ext uri="{FF2B5EF4-FFF2-40B4-BE49-F238E27FC236}">
                <a16:creationId xmlns:a16="http://schemas.microsoft.com/office/drawing/2014/main" id="{0EA08503-3F1D-4884-B357-F0BE9E9AAA06}"/>
              </a:ext>
            </a:extLst>
          </p:cNvPr>
          <p:cNvSpPr>
            <a:spLocks noGrp="1"/>
          </p:cNvSpPr>
          <p:nvPr/>
        </p:nvSpPr>
        <p:spPr>
          <a:xfrm>
            <a:off x="90868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>
              <a:ext uri="{FF2B5EF4-FFF2-40B4-BE49-F238E27FC236}">
                <a16:creationId xmlns:a16="http://schemas.microsoft.com/office/drawing/2014/main" id="{0499DA89-1795-4B99-80EE-2859C1A68F41}"/>
              </a:ext>
            </a:extLst>
          </p:cNvPr>
          <p:cNvSpPr>
            <a:spLocks noGrp="1"/>
          </p:cNvSpPr>
          <p:nvPr/>
        </p:nvSpPr>
        <p:spPr>
          <a:xfrm>
            <a:off x="90868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>
              <a:ext uri="{FF2B5EF4-FFF2-40B4-BE49-F238E27FC236}">
                <a16:creationId xmlns:a16="http://schemas.microsoft.com/office/drawing/2014/main" id="{3C5815A6-883E-4BED-854E-05995A5A7EA6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0" name="text-82">
            <a:extLst>
              <a:ext uri="{FF2B5EF4-FFF2-40B4-BE49-F238E27FC236}">
                <a16:creationId xmlns:a16="http://schemas.microsoft.com/office/drawing/2014/main" id="{B66E8AE2-64F9-434A-B51B-08E881EC9A90}"/>
              </a:ext>
            </a:extLst>
          </p:cNvPr>
          <p:cNvSpPr>
            <a:spLocks noGrp="1"/>
          </p:cNvSpPr>
          <p:nvPr/>
        </p:nvSpPr>
        <p:spPr>
          <a:xfrm>
            <a:off x="628650" y="55245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88155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83">
            <a:extLst>
              <a:ext uri="{FF2B5EF4-FFF2-40B4-BE49-F238E27FC236}">
                <a16:creationId xmlns:a16="http://schemas.microsoft.com/office/drawing/2014/main" id="{01B0FFBE-576E-4BE6-87E3-636E54B597F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>
              <a:ext uri="{FF2B5EF4-FFF2-40B4-BE49-F238E27FC236}">
                <a16:creationId xmlns:a16="http://schemas.microsoft.com/office/drawing/2014/main" id="{2C41610E-3067-46CC-B031-C815AC0AE4A5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>
              <a:ext uri="{FF2B5EF4-FFF2-40B4-BE49-F238E27FC236}">
                <a16:creationId xmlns:a16="http://schemas.microsoft.com/office/drawing/2014/main" id="{B59548CF-AD22-49B2-97EF-DBA45DB30A89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>
              <a:ext uri="{FF2B5EF4-FFF2-40B4-BE49-F238E27FC236}">
                <a16:creationId xmlns:a16="http://schemas.microsoft.com/office/drawing/2014/main" id="{DDBD2A35-9FA2-49BF-A9A6-B4FC08C09697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7867650" cy="48577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3729852C-FB12-4D94-9FA4-F0CC7A32E19B}"/>
              </a:ext>
            </a:extLst>
          </p:cNvPr>
          <p:cNvSpPr>
            <a:spLocks noGrp="1"/>
          </p:cNvSpPr>
          <p:nvPr/>
        </p:nvSpPr>
        <p:spPr>
          <a:xfrm>
            <a:off x="8705850" y="1352550"/>
            <a:ext cx="2476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>
              <a:ext uri="{FF2B5EF4-FFF2-40B4-BE49-F238E27FC236}">
                <a16:creationId xmlns:a16="http://schemas.microsoft.com/office/drawing/2014/main" id="{9506773C-743B-4748-9FAA-5DC2E153720D}"/>
              </a:ext>
            </a:extLst>
          </p:cNvPr>
          <p:cNvSpPr>
            <a:spLocks noGrp="1"/>
          </p:cNvSpPr>
          <p:nvPr/>
        </p:nvSpPr>
        <p:spPr>
          <a:xfrm>
            <a:off x="8705850" y="1752600"/>
            <a:ext cx="2762250" cy="80010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19" name="rule-89"/>
          <p:cNvCxnSpPr/>
          <p:nvPr/>
        </p:nvCxnSpPr>
        <p:spPr>
          <a:xfrm>
            <a:off x="8705850" y="2800350"/>
            <a:ext cx="276225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>
              <a:ext uri="{FF2B5EF4-FFF2-40B4-BE49-F238E27FC236}">
                <a16:creationId xmlns:a16="http://schemas.microsoft.com/office/drawing/2014/main" id="{D5DC99C4-94A8-4CA2-BC60-2E17222B82F0}"/>
              </a:ext>
            </a:extLst>
          </p:cNvPr>
          <p:cNvSpPr>
            <a:spLocks noGrp="1"/>
          </p:cNvSpPr>
          <p:nvPr/>
        </p:nvSpPr>
        <p:spPr>
          <a:xfrm>
            <a:off x="8705850" y="30480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>
              <a:ext uri="{FF2B5EF4-FFF2-40B4-BE49-F238E27FC236}">
                <a16:creationId xmlns:a16="http://schemas.microsoft.com/office/drawing/2014/main" id="{8378D638-6F00-48C8-A7AD-469437BF8B76}"/>
              </a:ext>
            </a:extLst>
          </p:cNvPr>
          <p:cNvSpPr>
            <a:spLocks noGrp="1"/>
          </p:cNvSpPr>
          <p:nvPr/>
        </p:nvSpPr>
        <p:spPr>
          <a:xfrm>
            <a:off x="8705850" y="3486150"/>
            <a:ext cx="276225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>
              <a:ext uri="{FF2B5EF4-FFF2-40B4-BE49-F238E27FC236}">
                <a16:creationId xmlns:a16="http://schemas.microsoft.com/office/drawing/2014/main" id="{797FD4E8-5F82-4A58-80DB-C682C656BDDB}"/>
              </a:ext>
            </a:extLst>
          </p:cNvPr>
          <p:cNvSpPr>
            <a:spLocks noGrp="1"/>
          </p:cNvSpPr>
          <p:nvPr/>
        </p:nvSpPr>
        <p:spPr>
          <a:xfrm>
            <a:off x="8705850" y="5334000"/>
            <a:ext cx="2762250" cy="7239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1" name="text-93">
            <a:extLst>
              <a:ext uri="{FF2B5EF4-FFF2-40B4-BE49-F238E27FC236}">
                <a16:creationId xmlns:a16="http://schemas.microsoft.com/office/drawing/2014/main" id="{5A8A1771-B380-4458-BC95-548E3EDE2A0B}"/>
              </a:ext>
            </a:extLst>
          </p:cNvPr>
          <p:cNvSpPr>
            <a:spLocks noGrp="1"/>
          </p:cNvSpPr>
          <p:nvPr/>
        </p:nvSpPr>
        <p:spPr>
          <a:xfrm>
            <a:off x="8896350" y="5467350"/>
            <a:ext cx="2381250" cy="476250"/>
          </a:xfrm>
          <a:prstGeom prst="rect">
            <a:avLst/>
          </a:prstGeom>
        </p:spPr>
        <p:txBody>
          <a:bodyPr wrap="square" lIns="0" tIns="0" rIns="0" bIns="0" anchor="t">
            <a:normAutofit fontScale="94697"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555" y="1314450"/>
            <a:ext cx="7406640" cy="4629150"/>
          </a:xfrm>
          <a:prstGeom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200433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4">
            <a:extLst>
              <a:ext uri="{FF2B5EF4-FFF2-40B4-BE49-F238E27FC236}">
                <a16:creationId xmlns:a16="http://schemas.microsoft.com/office/drawing/2014/main" id="{5D6C9BE4-6691-4A57-B105-FC8CF6D8F86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>
              <a:ext uri="{FF2B5EF4-FFF2-40B4-BE49-F238E27FC236}">
                <a16:creationId xmlns:a16="http://schemas.microsoft.com/office/drawing/2014/main" id="{5C0162CB-53EB-4108-99FC-AAAD41830FF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>
              <a:ext uri="{FF2B5EF4-FFF2-40B4-BE49-F238E27FC236}">
                <a16:creationId xmlns:a16="http://schemas.microsoft.com/office/drawing/2014/main" id="{AD5E518C-2DC3-4883-B665-30B763BA5D65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>
              <a:ext uri="{FF2B5EF4-FFF2-40B4-BE49-F238E27FC236}">
                <a16:creationId xmlns:a16="http://schemas.microsoft.com/office/drawing/2014/main" id="{A50A28F4-5804-4412-9560-7366C1A4845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41020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>
              <a:ext uri="{FF2B5EF4-FFF2-40B4-BE49-F238E27FC236}">
                <a16:creationId xmlns:a16="http://schemas.microsoft.com/office/drawing/2014/main" id="{7F0E4095-B47B-41D4-BCCA-81B21A75105E}"/>
              </a:ext>
            </a:extLst>
          </p:cNvPr>
          <p:cNvSpPr>
            <a:spLocks noGrp="1"/>
          </p:cNvSpPr>
          <p:nvPr/>
        </p:nvSpPr>
        <p:spPr>
          <a:xfrm>
            <a:off x="5981700" y="1238250"/>
            <a:ext cx="581025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>
              <a:ext uri="{FF2B5EF4-FFF2-40B4-BE49-F238E27FC236}">
                <a16:creationId xmlns:a16="http://schemas.microsoft.com/office/drawing/2014/main" id="{10FC7179-0B43-40FC-AC20-D2B274BB8A4A}"/>
              </a:ext>
            </a:extLst>
          </p:cNvPr>
          <p:cNvSpPr>
            <a:spLocks noGrp="1"/>
          </p:cNvSpPr>
          <p:nvPr/>
        </p:nvSpPr>
        <p:spPr>
          <a:xfrm>
            <a:off x="400050" y="48768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>
              <a:ext uri="{FF2B5EF4-FFF2-40B4-BE49-F238E27FC236}">
                <a16:creationId xmlns:a16="http://schemas.microsoft.com/office/drawing/2014/main" id="{9269BB08-6D75-4CFC-BE3F-A4E90D12562C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5276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>
              <a:ext uri="{FF2B5EF4-FFF2-40B4-BE49-F238E27FC236}">
                <a16:creationId xmlns:a16="http://schemas.microsoft.com/office/drawing/2014/main" id="{090C68A1-D8CB-4795-964D-8D68C7F0B22B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2095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>
              <a:ext uri="{FF2B5EF4-FFF2-40B4-BE49-F238E27FC236}">
                <a16:creationId xmlns:a16="http://schemas.microsoft.com/office/drawing/2014/main" id="{8FD40702-7F90-43DE-BA61-DDEBE0048F2E}"/>
              </a:ext>
            </a:extLst>
          </p:cNvPr>
          <p:cNvSpPr>
            <a:spLocks noGrp="1"/>
          </p:cNvSpPr>
          <p:nvPr/>
        </p:nvSpPr>
        <p:spPr>
          <a:xfrm>
            <a:off x="5981700" y="5276850"/>
            <a:ext cx="5657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070" y="1333500"/>
            <a:ext cx="5090160" cy="3181350"/>
          </a:xfrm>
          <a:prstGeom prst="roundRect">
            <a:avLst>
              <a:gd name="adj" fmla="val 1796"/>
            </a:avLst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1745" y="1333500"/>
            <a:ext cx="5090160" cy="3181350"/>
          </a:xfrm>
          <a:prstGeom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99425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103">
            <a:extLst>
              <a:ext uri="{FF2B5EF4-FFF2-40B4-BE49-F238E27FC236}">
                <a16:creationId xmlns:a16="http://schemas.microsoft.com/office/drawing/2014/main" id="{DA5B0FA0-7172-472D-9D73-93F419FADD6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终端复用降低重复开发成本</a:t>
            </a:r>
          </a:p>
        </p:txBody>
      </p:sp>
      <p:sp>
        <p:nvSpPr>
          <p:cNvPr id="2" name="text-104">
            <a:extLst>
              <a:ext uri="{FF2B5EF4-FFF2-40B4-BE49-F238E27FC236}">
                <a16:creationId xmlns:a16="http://schemas.microsoft.com/office/drawing/2014/main" id="{BC7C49CB-D569-44F0-8DCE-987CC3A6E1EA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>
              <a:ext uri="{FF2B5EF4-FFF2-40B4-BE49-F238E27FC236}">
                <a16:creationId xmlns:a16="http://schemas.microsoft.com/office/drawing/2014/main" id="{4D053681-B8BC-4151-B663-925106D0921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>
              <a:ext uri="{FF2B5EF4-FFF2-40B4-BE49-F238E27FC236}">
                <a16:creationId xmlns:a16="http://schemas.microsoft.com/office/drawing/2014/main" id="{4C9AF949-DCBE-4051-9E45-BCCB9990AAE4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>
              <a:ext uri="{FF2B5EF4-FFF2-40B4-BE49-F238E27FC236}">
                <a16:creationId xmlns:a16="http://schemas.microsoft.com/office/drawing/2014/main" id="{2C30FCF5-1E22-4AEF-B791-25E8110D7484}"/>
              </a:ext>
            </a:extLst>
          </p:cNvPr>
          <p:cNvSpPr>
            <a:spLocks noGrp="1"/>
          </p:cNvSpPr>
          <p:nvPr/>
        </p:nvSpPr>
        <p:spPr>
          <a:xfrm>
            <a:off x="659130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>
              <a:ext uri="{FF2B5EF4-FFF2-40B4-BE49-F238E27FC236}">
                <a16:creationId xmlns:a16="http://schemas.microsoft.com/office/drawing/2014/main" id="{BCFC142F-BF78-4817-9D34-8EAA534E9503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8575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>
              <a:ext uri="{FF2B5EF4-FFF2-40B4-BE49-F238E27FC236}">
                <a16:creationId xmlns:a16="http://schemas.microsoft.com/office/drawing/2014/main" id="{3606D5E7-9F1E-4321-8A07-CE857346DEF1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8575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一套 Vue 3 代码</a:t>
            </a:r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8A39E9F5-3B09-45A5-ADAD-7A8772CE0D10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419100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text-111">
            <a:extLst>
              <a:ext uri="{FF2B5EF4-FFF2-40B4-BE49-F238E27FC236}">
                <a16:creationId xmlns:a16="http://schemas.microsoft.com/office/drawing/2014/main" id="{EB154A33-1BF7-4995-9C7F-BC353F36225B}"/>
              </a:ext>
            </a:extLst>
          </p:cNvPr>
          <p:cNvSpPr>
            <a:spLocks noGrp="1"/>
          </p:cNvSpPr>
          <p:nvPr/>
        </p:nvSpPr>
        <p:spPr>
          <a:xfrm>
            <a:off x="6858000" y="1581150"/>
            <a:ext cx="3714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Mobile + Mini Program</a:t>
            </a:r>
          </a:p>
        </p:txBody>
      </p:sp>
      <p:sp>
        <p:nvSpPr>
          <p:cNvPr id="10" name="text-112">
            <a:extLst>
              <a:ext uri="{FF2B5EF4-FFF2-40B4-BE49-F238E27FC236}">
                <a16:creationId xmlns:a16="http://schemas.microsoft.com/office/drawing/2014/main" id="{72ACE39C-D0A4-4C64-B188-48B0BD3927E8}"/>
              </a:ext>
            </a:extLst>
          </p:cNvPr>
          <p:cNvSpPr>
            <a:spLocks noGrp="1"/>
          </p:cNvSpPr>
          <p:nvPr/>
        </p:nvSpPr>
        <p:spPr>
          <a:xfrm>
            <a:off x="6858000" y="2171700"/>
            <a:ext cx="371475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共享 22 个页面</a:t>
            </a:r>
          </a:p>
        </p:txBody>
      </p:sp>
      <p:sp>
        <p:nvSpPr>
          <p:cNvPr id="11" name="text-113">
            <a:extLst>
              <a:ext uri="{FF2B5EF4-FFF2-40B4-BE49-F238E27FC236}">
                <a16:creationId xmlns:a16="http://schemas.microsoft.com/office/drawing/2014/main" id="{42D8EBA1-C7C2-4CA1-89CD-9B1775DA1C00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09575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 与小程序共享 API 层
• 底部导航适配移动场景
• App 构建通过
• 微信小程序构建通过</a:t>
            </a:r>
          </a:p>
        </p:txBody>
      </p:sp>
      <p:sp>
        <p:nvSpPr>
          <p:cNvPr id="12" name="rect-114">
            <a:extLst>
              <a:ext uri="{FF2B5EF4-FFF2-40B4-BE49-F238E27FC236}">
                <a16:creationId xmlns:a16="http://schemas.microsoft.com/office/drawing/2014/main" id="{21F5DF30-2099-4E3E-BCA8-6C5630C44C2B}"/>
              </a:ext>
            </a:extLst>
          </p:cNvPr>
          <p:cNvSpPr>
            <a:spLocks noGrp="1"/>
          </p:cNvSpPr>
          <p:nvPr/>
        </p:nvSpPr>
        <p:spPr>
          <a:xfrm>
            <a:off x="5762625" y="3181350"/>
            <a:ext cx="590550" cy="59055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3" name="text-115">
            <a:extLst>
              <a:ext uri="{FF2B5EF4-FFF2-40B4-BE49-F238E27FC236}">
                <a16:creationId xmlns:a16="http://schemas.microsoft.com/office/drawing/2014/main" id="{4DEFD553-E6B5-493F-A1CE-3A0CF090B08E}"/>
              </a:ext>
            </a:extLst>
          </p:cNvPr>
          <p:cNvSpPr>
            <a:spLocks noGrp="1"/>
          </p:cNvSpPr>
          <p:nvPr/>
        </p:nvSpPr>
        <p:spPr>
          <a:xfrm>
            <a:off x="5819775" y="3324225"/>
            <a:ext cx="476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  <p:sp>
        <p:nvSpPr>
          <p:cNvPr id="14" name="text-116">
            <a:extLst>
              <a:ext uri="{FF2B5EF4-FFF2-40B4-BE49-F238E27FC236}">
                <a16:creationId xmlns:a16="http://schemas.microsoft.com/office/drawing/2014/main" id="{D54E3B0B-E156-4A24-A25F-6D153220007C}"/>
              </a:ext>
            </a:extLst>
          </p:cNvPr>
          <p:cNvSpPr>
            <a:spLocks noGrp="1"/>
          </p:cNvSpPr>
          <p:nvPr/>
        </p:nvSpPr>
        <p:spPr>
          <a:xfrm>
            <a:off x="9982200" y="4953000"/>
            <a:ext cx="14287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0B57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安卓 APK
53.0 MB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6752" y="4648200"/>
            <a:ext cx="800247" cy="819150"/>
          </a:xfrm>
          <a:prstGeom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129462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117">
            <a:extLst>
              <a:ext uri="{FF2B5EF4-FFF2-40B4-BE49-F238E27FC236}">
                <a16:creationId xmlns:a16="http://schemas.microsoft.com/office/drawing/2014/main" id="{2261DADF-E7E4-443A-B26B-C588798EEF3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18">
            <a:extLst>
              <a:ext uri="{FF2B5EF4-FFF2-40B4-BE49-F238E27FC236}">
                <a16:creationId xmlns:a16="http://schemas.microsoft.com/office/drawing/2014/main" id="{E68B8103-347E-4689-B424-19C903C96DDD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9">
            <a:extLst>
              <a:ext uri="{FF2B5EF4-FFF2-40B4-BE49-F238E27FC236}">
                <a16:creationId xmlns:a16="http://schemas.microsoft.com/office/drawing/2014/main" id="{875D7566-5619-4132-99FE-DA1164B17EA9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0">
            <a:extLst>
              <a:ext uri="{FF2B5EF4-FFF2-40B4-BE49-F238E27FC236}">
                <a16:creationId xmlns:a16="http://schemas.microsoft.com/office/drawing/2014/main" id="{4C9ECD64-3594-48B8-B87D-483724B4438D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2286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1">
            <a:extLst>
              <a:ext uri="{FF2B5EF4-FFF2-40B4-BE49-F238E27FC236}">
                <a16:creationId xmlns:a16="http://schemas.microsoft.com/office/drawing/2014/main" id="{800A9DE2-E56E-46F7-9771-365C7706A3C7}"/>
              </a:ext>
            </a:extLst>
          </p:cNvPr>
          <p:cNvSpPr>
            <a:spLocks noGrp="1"/>
          </p:cNvSpPr>
          <p:nvPr/>
        </p:nvSpPr>
        <p:spPr>
          <a:xfrm>
            <a:off x="3314700" y="1257300"/>
            <a:ext cx="2381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2">
            <a:extLst>
              <a:ext uri="{FF2B5EF4-FFF2-40B4-BE49-F238E27FC236}">
                <a16:creationId xmlns:a16="http://schemas.microsoft.com/office/drawing/2014/main" id="{B4FF8F4B-8A8B-4875-8244-9194423F4971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3">
            <a:extLst>
              <a:ext uri="{FF2B5EF4-FFF2-40B4-BE49-F238E27FC236}">
                <a16:creationId xmlns:a16="http://schemas.microsoft.com/office/drawing/2014/main" id="{EEA5CBF6-4E87-4A2A-B1AE-44D14E03C301}"/>
              </a:ext>
            </a:extLst>
          </p:cNvPr>
          <p:cNvSpPr>
            <a:spLocks noGrp="1"/>
          </p:cNvSpPr>
          <p:nvPr/>
        </p:nvSpPr>
        <p:spPr>
          <a:xfrm>
            <a:off x="9144000" y="1257300"/>
            <a:ext cx="26479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26" name="rule-124"/>
          <p:cNvCxnSpPr/>
          <p:nvPr/>
        </p:nvCxnSpPr>
        <p:spPr>
          <a:xfrm>
            <a:off x="400050" y="18859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25">
            <a:extLst>
              <a:ext uri="{FF2B5EF4-FFF2-40B4-BE49-F238E27FC236}">
                <a16:creationId xmlns:a16="http://schemas.microsoft.com/office/drawing/2014/main" id="{32EAD745-C3EC-4B3B-92A9-E4C9132BCFB0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6">
            <a:extLst>
              <a:ext uri="{FF2B5EF4-FFF2-40B4-BE49-F238E27FC236}">
                <a16:creationId xmlns:a16="http://schemas.microsoft.com/office/drawing/2014/main" id="{BD970BEF-40BC-4C25-854D-AC2EAE0A2CDA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29" name="rule-127"/>
          <p:cNvCxnSpPr/>
          <p:nvPr/>
        </p:nvCxnSpPr>
        <p:spPr>
          <a:xfrm>
            <a:off x="40005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28">
            <a:extLst>
              <a:ext uri="{FF2B5EF4-FFF2-40B4-BE49-F238E27FC236}">
                <a16:creationId xmlns:a16="http://schemas.microsoft.com/office/drawing/2014/main" id="{29A333A7-387D-47BF-8E23-6F054E4736C5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29">
            <a:extLst>
              <a:ext uri="{FF2B5EF4-FFF2-40B4-BE49-F238E27FC236}">
                <a16:creationId xmlns:a16="http://schemas.microsoft.com/office/drawing/2014/main" id="{D2124586-13F5-479F-A10B-1D3AD5815481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32" name="rule-130"/>
          <p:cNvCxnSpPr/>
          <p:nvPr/>
        </p:nvCxnSpPr>
        <p:spPr>
          <a:xfrm>
            <a:off x="80010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5" name="text-131">
            <a:extLst>
              <a:ext uri="{FF2B5EF4-FFF2-40B4-BE49-F238E27FC236}">
                <a16:creationId xmlns:a16="http://schemas.microsoft.com/office/drawing/2014/main" id="{F29943C4-0807-4C3B-93BD-FCA5B8526A5F}"/>
              </a:ext>
            </a:extLst>
          </p:cNvPr>
          <p:cNvSpPr>
            <a:spLocks noGrp="1"/>
          </p:cNvSpPr>
          <p:nvPr/>
        </p:nvSpPr>
        <p:spPr>
          <a:xfrm>
            <a:off x="8401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2">
            <a:extLst>
              <a:ext uri="{FF2B5EF4-FFF2-40B4-BE49-F238E27FC236}">
                <a16:creationId xmlns:a16="http://schemas.microsoft.com/office/drawing/2014/main" id="{32B919B5-10EE-4B43-992C-1977AE6ABAD9}"/>
              </a:ext>
            </a:extLst>
          </p:cNvPr>
          <p:cNvSpPr>
            <a:spLocks noGrp="1"/>
          </p:cNvSpPr>
          <p:nvPr/>
        </p:nvSpPr>
        <p:spPr>
          <a:xfrm>
            <a:off x="8401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3">
            <a:extLst>
              <a:ext uri="{FF2B5EF4-FFF2-40B4-BE49-F238E27FC236}">
                <a16:creationId xmlns:a16="http://schemas.microsoft.com/office/drawing/2014/main" id="{AC0DD524-88BE-431A-A4DC-43B1218BEF16}"/>
              </a:ext>
            </a:extLst>
          </p:cNvPr>
          <p:cNvSpPr>
            <a:spLocks noGrp="1"/>
          </p:cNvSpPr>
          <p:nvPr/>
        </p:nvSpPr>
        <p:spPr>
          <a:xfrm>
            <a:off x="400050" y="5410200"/>
            <a:ext cx="11391900" cy="5715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8" name="text-134">
            <a:extLst>
              <a:ext uri="{FF2B5EF4-FFF2-40B4-BE49-F238E27FC236}">
                <a16:creationId xmlns:a16="http://schemas.microsoft.com/office/drawing/2014/main" id="{7CB9609B-B2B9-4C74-BC81-DCA27DF2F0F8}"/>
              </a:ext>
            </a:extLst>
          </p:cNvPr>
          <p:cNvSpPr>
            <a:spLocks noGrp="1"/>
          </p:cNvSpPr>
          <p:nvPr/>
        </p:nvSpPr>
        <p:spPr>
          <a:xfrm>
            <a:off x="628650" y="5562600"/>
            <a:ext cx="109347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88480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135">
            <a:extLst>
              <a:ext uri="{FF2B5EF4-FFF2-40B4-BE49-F238E27FC236}">
                <a16:creationId xmlns:a16="http://schemas.microsoft.com/office/drawing/2014/main" id="{4AC8A137-9BDC-49C7-A094-2DA77E97BF1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6">
            <a:extLst>
              <a:ext uri="{FF2B5EF4-FFF2-40B4-BE49-F238E27FC236}">
                <a16:creationId xmlns:a16="http://schemas.microsoft.com/office/drawing/2014/main" id="{C56F5E86-ADBA-4D26-855A-4A0B48B9AE4A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37">
            <a:extLst>
              <a:ext uri="{FF2B5EF4-FFF2-40B4-BE49-F238E27FC236}">
                <a16:creationId xmlns:a16="http://schemas.microsoft.com/office/drawing/2014/main" id="{D7932102-5927-4414-979C-6D5C9E6B92A2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34" name="rule-138"/>
          <p:cNvCxnSpPr/>
          <p:nvPr/>
        </p:nvCxnSpPr>
        <p:spPr>
          <a:xfrm>
            <a:off x="11430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5" name="rule-139"/>
          <p:cNvCxnSpPr/>
          <p:nvPr/>
        </p:nvCxnSpPr>
        <p:spPr>
          <a:xfrm>
            <a:off x="371475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6" name="rule-140"/>
          <p:cNvCxnSpPr/>
          <p:nvPr/>
        </p:nvCxnSpPr>
        <p:spPr>
          <a:xfrm>
            <a:off x="62865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7" name="rule-141"/>
          <p:cNvCxnSpPr/>
          <p:nvPr/>
        </p:nvCxnSpPr>
        <p:spPr>
          <a:xfrm>
            <a:off x="8858250" y="2971800"/>
            <a:ext cx="2000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8" name="rect-142">
            <a:extLst>
              <a:ext uri="{FF2B5EF4-FFF2-40B4-BE49-F238E27FC236}">
                <a16:creationId xmlns:a16="http://schemas.microsoft.com/office/drawing/2014/main" id="{FD76948A-095B-4FCF-926E-769E16CD9A1E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9" name="rect-143">
            <a:extLst>
              <a:ext uri="{FF2B5EF4-FFF2-40B4-BE49-F238E27FC236}">
                <a16:creationId xmlns:a16="http://schemas.microsoft.com/office/drawing/2014/main" id="{E71F3F7F-21E4-4C09-9E7B-94F8B49DCF53}"/>
              </a:ext>
            </a:extLst>
          </p:cNvPr>
          <p:cNvSpPr>
            <a:spLocks noGrp="1"/>
          </p:cNvSpPr>
          <p:nvPr/>
        </p:nvSpPr>
        <p:spPr>
          <a:xfrm>
            <a:off x="35242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0" name="rect-144">
            <a:extLst>
              <a:ext uri="{FF2B5EF4-FFF2-40B4-BE49-F238E27FC236}">
                <a16:creationId xmlns:a16="http://schemas.microsoft.com/office/drawing/2014/main" id="{9D47B9ED-C5C4-4ACB-A982-F7598772D1CD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1" name="rect-145">
            <a:extLst>
              <a:ext uri="{FF2B5EF4-FFF2-40B4-BE49-F238E27FC236}">
                <a16:creationId xmlns:a16="http://schemas.microsoft.com/office/drawing/2014/main" id="{C211C365-3FB4-459D-A224-F37F50C89AE0}"/>
              </a:ext>
            </a:extLst>
          </p:cNvPr>
          <p:cNvSpPr>
            <a:spLocks noGrp="1"/>
          </p:cNvSpPr>
          <p:nvPr/>
        </p:nvSpPr>
        <p:spPr>
          <a:xfrm>
            <a:off x="86677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2" name="rect-146">
            <a:extLst>
              <a:ext uri="{FF2B5EF4-FFF2-40B4-BE49-F238E27FC236}">
                <a16:creationId xmlns:a16="http://schemas.microsoft.com/office/drawing/2014/main" id="{60CA7B28-EA21-4740-A025-0F9E24EAEB60}"/>
              </a:ext>
            </a:extLst>
          </p:cNvPr>
          <p:cNvSpPr>
            <a:spLocks noGrp="1"/>
          </p:cNvSpPr>
          <p:nvPr/>
        </p:nvSpPr>
        <p:spPr>
          <a:xfrm>
            <a:off x="10858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3" name="text-147">
            <a:extLst>
              <a:ext uri="{FF2B5EF4-FFF2-40B4-BE49-F238E27FC236}">
                <a16:creationId xmlns:a16="http://schemas.microsoft.com/office/drawing/2014/main" id="{F10073FC-A3D5-4BCF-AF2C-B1DB76249A78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48">
            <a:extLst>
              <a:ext uri="{FF2B5EF4-FFF2-40B4-BE49-F238E27FC236}">
                <a16:creationId xmlns:a16="http://schemas.microsoft.com/office/drawing/2014/main" id="{57B26438-11F6-43D0-81BC-4D622A9ABF26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49">
            <a:extLst>
              <a:ext uri="{FF2B5EF4-FFF2-40B4-BE49-F238E27FC236}">
                <a16:creationId xmlns:a16="http://schemas.microsoft.com/office/drawing/2014/main" id="{A44619AB-4B04-4723-9E15-A0997B79C7F6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0">
            <a:extLst>
              <a:ext uri="{FF2B5EF4-FFF2-40B4-BE49-F238E27FC236}">
                <a16:creationId xmlns:a16="http://schemas.microsoft.com/office/drawing/2014/main" id="{D496D492-78FB-483D-9B1C-7EDC2CA33B89}"/>
              </a:ext>
            </a:extLst>
          </p:cNvPr>
          <p:cNvSpPr>
            <a:spLocks noGrp="1"/>
          </p:cNvSpPr>
          <p:nvPr/>
        </p:nvSpPr>
        <p:spPr>
          <a:xfrm>
            <a:off x="34099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1">
            <a:extLst>
              <a:ext uri="{FF2B5EF4-FFF2-40B4-BE49-F238E27FC236}">
                <a16:creationId xmlns:a16="http://schemas.microsoft.com/office/drawing/2014/main" id="{83077CE6-DDCC-43EB-8BD1-40CD396E76C0}"/>
              </a:ext>
            </a:extLst>
          </p:cNvPr>
          <p:cNvSpPr>
            <a:spLocks noGrp="1"/>
          </p:cNvSpPr>
          <p:nvPr/>
        </p:nvSpPr>
        <p:spPr>
          <a:xfrm>
            <a:off x="2971800" y="2305050"/>
            <a:ext cx="2190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2">
            <a:extLst>
              <a:ext uri="{FF2B5EF4-FFF2-40B4-BE49-F238E27FC236}">
                <a16:creationId xmlns:a16="http://schemas.microsoft.com/office/drawing/2014/main" id="{DBCB8B45-7E09-485A-9264-995D21B38FD5}"/>
              </a:ext>
            </a:extLst>
          </p:cNvPr>
          <p:cNvSpPr>
            <a:spLocks noGrp="1"/>
          </p:cNvSpPr>
          <p:nvPr/>
        </p:nvSpPr>
        <p:spPr>
          <a:xfrm>
            <a:off x="31242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3">
            <a:extLst>
              <a:ext uri="{FF2B5EF4-FFF2-40B4-BE49-F238E27FC236}">
                <a16:creationId xmlns:a16="http://schemas.microsoft.com/office/drawing/2014/main" id="{F27EACCF-0FF4-4783-8090-14FF30E5C3F1}"/>
              </a:ext>
            </a:extLst>
          </p:cNvPr>
          <p:cNvSpPr>
            <a:spLocks noGrp="1"/>
          </p:cNvSpPr>
          <p:nvPr/>
        </p:nvSpPr>
        <p:spPr>
          <a:xfrm>
            <a:off x="59817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4">
            <a:extLst>
              <a:ext uri="{FF2B5EF4-FFF2-40B4-BE49-F238E27FC236}">
                <a16:creationId xmlns:a16="http://schemas.microsoft.com/office/drawing/2014/main" id="{8824A6DD-3BB6-4D61-B013-2F576CA00F9D}"/>
              </a:ext>
            </a:extLst>
          </p:cNvPr>
          <p:cNvSpPr>
            <a:spLocks noGrp="1"/>
          </p:cNvSpPr>
          <p:nvPr/>
        </p:nvSpPr>
        <p:spPr>
          <a:xfrm>
            <a:off x="56959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5">
            <a:extLst>
              <a:ext uri="{FF2B5EF4-FFF2-40B4-BE49-F238E27FC236}">
                <a16:creationId xmlns:a16="http://schemas.microsoft.com/office/drawing/2014/main" id="{A726BDD9-D46D-473A-BD34-D0EE6210F08A}"/>
              </a:ext>
            </a:extLst>
          </p:cNvPr>
          <p:cNvSpPr>
            <a:spLocks noGrp="1"/>
          </p:cNvSpPr>
          <p:nvPr/>
        </p:nvSpPr>
        <p:spPr>
          <a:xfrm>
            <a:off x="56959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6">
            <a:extLst>
              <a:ext uri="{FF2B5EF4-FFF2-40B4-BE49-F238E27FC236}">
                <a16:creationId xmlns:a16="http://schemas.microsoft.com/office/drawing/2014/main" id="{3F1DAFD9-62C2-4A29-8FB2-B2680DE4E701}"/>
              </a:ext>
            </a:extLst>
          </p:cNvPr>
          <p:cNvSpPr>
            <a:spLocks noGrp="1"/>
          </p:cNvSpPr>
          <p:nvPr/>
        </p:nvSpPr>
        <p:spPr>
          <a:xfrm>
            <a:off x="85534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57">
            <a:extLst>
              <a:ext uri="{FF2B5EF4-FFF2-40B4-BE49-F238E27FC236}">
                <a16:creationId xmlns:a16="http://schemas.microsoft.com/office/drawing/2014/main" id="{58BADC2F-E784-4B4C-B3BB-885144009C2D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58">
            <a:extLst>
              <a:ext uri="{FF2B5EF4-FFF2-40B4-BE49-F238E27FC236}">
                <a16:creationId xmlns:a16="http://schemas.microsoft.com/office/drawing/2014/main" id="{F0E6FEC2-CDD3-4D77-AE6A-60E165AA863E}"/>
              </a:ext>
            </a:extLst>
          </p:cNvPr>
          <p:cNvSpPr>
            <a:spLocks noGrp="1"/>
          </p:cNvSpPr>
          <p:nvPr/>
        </p:nvSpPr>
        <p:spPr>
          <a:xfrm>
            <a:off x="82677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59">
            <a:extLst>
              <a:ext uri="{FF2B5EF4-FFF2-40B4-BE49-F238E27FC236}">
                <a16:creationId xmlns:a16="http://schemas.microsoft.com/office/drawing/2014/main" id="{2EE66401-73E8-41A2-8958-54947BC49A14}"/>
              </a:ext>
            </a:extLst>
          </p:cNvPr>
          <p:cNvSpPr>
            <a:spLocks noGrp="1"/>
          </p:cNvSpPr>
          <p:nvPr/>
        </p:nvSpPr>
        <p:spPr>
          <a:xfrm>
            <a:off x="10744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0">
            <a:extLst>
              <a:ext uri="{FF2B5EF4-FFF2-40B4-BE49-F238E27FC236}">
                <a16:creationId xmlns:a16="http://schemas.microsoft.com/office/drawing/2014/main" id="{EAEE45A5-C2E2-4161-84BF-187A2476E7A1}"/>
              </a:ext>
            </a:extLst>
          </p:cNvPr>
          <p:cNvSpPr>
            <a:spLocks noGrp="1"/>
          </p:cNvSpPr>
          <p:nvPr/>
        </p:nvSpPr>
        <p:spPr>
          <a:xfrm>
            <a:off x="10363200" y="2305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1">
            <a:extLst>
              <a:ext uri="{FF2B5EF4-FFF2-40B4-BE49-F238E27FC236}">
                <a16:creationId xmlns:a16="http://schemas.microsoft.com/office/drawing/2014/main" id="{38DEE898-8586-46ED-878B-7895AACE4832}"/>
              </a:ext>
            </a:extLst>
          </p:cNvPr>
          <p:cNvSpPr>
            <a:spLocks noGrp="1"/>
          </p:cNvSpPr>
          <p:nvPr/>
        </p:nvSpPr>
        <p:spPr>
          <a:xfrm>
            <a:off x="10363200" y="32766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2">
            <a:extLst>
              <a:ext uri="{FF2B5EF4-FFF2-40B4-BE49-F238E27FC236}">
                <a16:creationId xmlns:a16="http://schemas.microsoft.com/office/drawing/2014/main" id="{4CB2D82F-CEDB-4A2C-A573-890C2A69AAB7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11391900" cy="1219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9" name="text-163">
            <a:extLst>
              <a:ext uri="{FF2B5EF4-FFF2-40B4-BE49-F238E27FC236}">
                <a16:creationId xmlns:a16="http://schemas.microsoft.com/office/drawing/2014/main" id="{E471FB22-8711-473F-A8F0-63EBEF811EF6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2381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4">
            <a:extLst>
              <a:ext uri="{FF2B5EF4-FFF2-40B4-BE49-F238E27FC236}">
                <a16:creationId xmlns:a16="http://schemas.microsoft.com/office/drawing/2014/main" id="{EE54C4EA-77A7-4E30-86F8-D19113AC54F6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668000" cy="476250"/>
          </a:xfrm>
          <a:prstGeom prst="rect">
            <a:avLst/>
          </a:prstGeom>
        </p:spPr>
        <p:txBody>
          <a:bodyPr wrap="square" lIns="0" tIns="0" rIns="0" bIns="0" anchor="t">
            <a:normAutofit fontScale="90580"/>
          </a:bodyPr>
          <a:lstStyle/>
          <a:p>
            <a:pPr algn="l"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123990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165">
            <a:extLst>
              <a:ext uri="{FF2B5EF4-FFF2-40B4-BE49-F238E27FC236}">
                <a16:creationId xmlns:a16="http://schemas.microsoft.com/office/drawing/2014/main" id="{55B28118-0894-4997-AFFE-FD45415C96F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6">
            <a:extLst>
              <a:ext uri="{FF2B5EF4-FFF2-40B4-BE49-F238E27FC236}">
                <a16:creationId xmlns:a16="http://schemas.microsoft.com/office/drawing/2014/main" id="{C88DCABF-D7CB-4A6C-9222-1D201B8911E9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67">
            <a:extLst>
              <a:ext uri="{FF2B5EF4-FFF2-40B4-BE49-F238E27FC236}">
                <a16:creationId xmlns:a16="http://schemas.microsoft.com/office/drawing/2014/main" id="{65987EBC-35E1-43AB-A9E5-B253F85BE49F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68">
            <a:extLst>
              <a:ext uri="{FF2B5EF4-FFF2-40B4-BE49-F238E27FC236}">
                <a16:creationId xmlns:a16="http://schemas.microsoft.com/office/drawing/2014/main" id="{97177217-047A-4D52-95DD-22817F7E49B8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69">
            <a:extLst>
              <a:ext uri="{FF2B5EF4-FFF2-40B4-BE49-F238E27FC236}">
                <a16:creationId xmlns:a16="http://schemas.microsoft.com/office/drawing/2014/main" id="{28D5EBC1-1FEB-467C-BAAB-BF9C7F5B08AB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0">
            <a:extLst>
              <a:ext uri="{FF2B5EF4-FFF2-40B4-BE49-F238E27FC236}">
                <a16:creationId xmlns:a16="http://schemas.microsoft.com/office/drawing/2014/main" id="{BDC5178D-ABBE-410F-B30B-5CE622DBBFF7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381250" cy="1295400"/>
          </a:xfrm>
          <a:prstGeom prst="rect">
            <a:avLst/>
          </a:prstGeom>
        </p:spPr>
        <p:txBody>
          <a:bodyPr wrap="square" lIns="0" tIns="0" rIns="0" bIns="0" anchor="t">
            <a:normAutofit fontScale="98551"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27" name="rule-171"/>
          <p:cNvCxnSpPr/>
          <p:nvPr/>
        </p:nvCxnSpPr>
        <p:spPr>
          <a:xfrm>
            <a:off x="30289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172">
            <a:extLst>
              <a:ext uri="{FF2B5EF4-FFF2-40B4-BE49-F238E27FC236}">
                <a16:creationId xmlns:a16="http://schemas.microsoft.com/office/drawing/2014/main" id="{40CAD873-72E8-4619-9260-1F86090D697E}"/>
              </a:ext>
            </a:extLst>
          </p:cNvPr>
          <p:cNvSpPr>
            <a:spLocks noGrp="1"/>
          </p:cNvSpPr>
          <p:nvPr/>
        </p:nvSpPr>
        <p:spPr>
          <a:xfrm>
            <a:off x="32956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3">
            <a:extLst>
              <a:ext uri="{FF2B5EF4-FFF2-40B4-BE49-F238E27FC236}">
                <a16:creationId xmlns:a16="http://schemas.microsoft.com/office/drawing/2014/main" id="{AE894F45-1268-451A-A5A5-D5FEC240F2C2}"/>
              </a:ext>
            </a:extLst>
          </p:cNvPr>
          <p:cNvSpPr>
            <a:spLocks noGrp="1"/>
          </p:cNvSpPr>
          <p:nvPr/>
        </p:nvSpPr>
        <p:spPr>
          <a:xfrm>
            <a:off x="32956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4">
            <a:extLst>
              <a:ext uri="{FF2B5EF4-FFF2-40B4-BE49-F238E27FC236}">
                <a16:creationId xmlns:a16="http://schemas.microsoft.com/office/drawing/2014/main" id="{D5EC716B-2F1C-49CA-9DE0-CEE6D4B292C6}"/>
              </a:ext>
            </a:extLst>
          </p:cNvPr>
          <p:cNvSpPr>
            <a:spLocks noGrp="1"/>
          </p:cNvSpPr>
          <p:nvPr/>
        </p:nvSpPr>
        <p:spPr>
          <a:xfrm>
            <a:off x="32956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31" name="rule-175"/>
          <p:cNvCxnSpPr/>
          <p:nvPr/>
        </p:nvCxnSpPr>
        <p:spPr>
          <a:xfrm>
            <a:off x="59245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76">
            <a:extLst>
              <a:ext uri="{FF2B5EF4-FFF2-40B4-BE49-F238E27FC236}">
                <a16:creationId xmlns:a16="http://schemas.microsoft.com/office/drawing/2014/main" id="{CF9457EC-51A6-4659-A067-40947A8EFA19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77">
            <a:extLst>
              <a:ext uri="{FF2B5EF4-FFF2-40B4-BE49-F238E27FC236}">
                <a16:creationId xmlns:a16="http://schemas.microsoft.com/office/drawing/2014/main" id="{3F346D01-6258-4812-87EB-B2DBD64A1317}"/>
              </a:ext>
            </a:extLst>
          </p:cNvPr>
          <p:cNvSpPr>
            <a:spLocks noGrp="1"/>
          </p:cNvSpPr>
          <p:nvPr/>
        </p:nvSpPr>
        <p:spPr>
          <a:xfrm>
            <a:off x="61912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78">
            <a:extLst>
              <a:ext uri="{FF2B5EF4-FFF2-40B4-BE49-F238E27FC236}">
                <a16:creationId xmlns:a16="http://schemas.microsoft.com/office/drawing/2014/main" id="{BDE8D93A-115A-49CD-9310-B01510C7A35E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35" name="rule-179"/>
          <p:cNvCxnSpPr/>
          <p:nvPr/>
        </p:nvCxnSpPr>
        <p:spPr>
          <a:xfrm>
            <a:off x="88201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180">
            <a:extLst>
              <a:ext uri="{FF2B5EF4-FFF2-40B4-BE49-F238E27FC236}">
                <a16:creationId xmlns:a16="http://schemas.microsoft.com/office/drawing/2014/main" id="{ED79B0DE-1607-4983-9F82-7BE4A21F2D57}"/>
              </a:ext>
            </a:extLst>
          </p:cNvPr>
          <p:cNvSpPr>
            <a:spLocks noGrp="1"/>
          </p:cNvSpPr>
          <p:nvPr/>
        </p:nvSpPr>
        <p:spPr>
          <a:xfrm>
            <a:off x="90868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1">
            <a:extLst>
              <a:ext uri="{FF2B5EF4-FFF2-40B4-BE49-F238E27FC236}">
                <a16:creationId xmlns:a16="http://schemas.microsoft.com/office/drawing/2014/main" id="{EBD119CB-D17E-4CE4-8708-A5A387D60E5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2">
            <a:extLst>
              <a:ext uri="{FF2B5EF4-FFF2-40B4-BE49-F238E27FC236}">
                <a16:creationId xmlns:a16="http://schemas.microsoft.com/office/drawing/2014/main" id="{809003BF-C6FC-402C-95BD-CD53A7EB4FD8}"/>
              </a:ext>
            </a:extLst>
          </p:cNvPr>
          <p:cNvSpPr>
            <a:spLocks noGrp="1"/>
          </p:cNvSpPr>
          <p:nvPr/>
        </p:nvSpPr>
        <p:spPr>
          <a:xfrm>
            <a:off x="90868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3">
            <a:extLst>
              <a:ext uri="{FF2B5EF4-FFF2-40B4-BE49-F238E27FC236}">
                <a16:creationId xmlns:a16="http://schemas.microsoft.com/office/drawing/2014/main" id="{A2964545-A04D-40FC-A40A-22DB8DE9015E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1239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text-184">
            <a:extLst>
              <a:ext uri="{FF2B5EF4-FFF2-40B4-BE49-F238E27FC236}">
                <a16:creationId xmlns:a16="http://schemas.microsoft.com/office/drawing/2014/main" id="{76EE0D19-F317-4747-9777-F98DCFB27516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10934700" cy="457200"/>
          </a:xfrm>
          <a:prstGeom prst="rect">
            <a:avLst/>
          </a:prstGeom>
        </p:spPr>
        <p:txBody>
          <a:bodyPr wrap="square" lIns="0" tIns="0" rIns="0" bIns="0" anchor="t">
            <a:normAutofit fontScale="99046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101773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85">
            <a:extLst>
              <a:ext uri="{FF2B5EF4-FFF2-40B4-BE49-F238E27FC236}">
                <a16:creationId xmlns:a16="http://schemas.microsoft.com/office/drawing/2014/main" id="{1282BC2B-75F8-4D89-BD31-A92469D0060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6">
            <a:extLst>
              <a:ext uri="{FF2B5EF4-FFF2-40B4-BE49-F238E27FC236}">
                <a16:creationId xmlns:a16="http://schemas.microsoft.com/office/drawing/2014/main" id="{4585A4A6-E248-476F-8F68-582FFD7EF3B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87">
            <a:extLst>
              <a:ext uri="{FF2B5EF4-FFF2-40B4-BE49-F238E27FC236}">
                <a16:creationId xmlns:a16="http://schemas.microsoft.com/office/drawing/2014/main" id="{7695CDDE-330A-4AAD-9D2D-06E61AF480EF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30" name="rule-188"/>
          <p:cNvCxnSpPr/>
          <p:nvPr/>
        </p:nvCxnSpPr>
        <p:spPr>
          <a:xfrm>
            <a:off x="2667000" y="2895600"/>
            <a:ext cx="16383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1" name="rule-189"/>
          <p:cNvCxnSpPr/>
          <p:nvPr/>
        </p:nvCxnSpPr>
        <p:spPr>
          <a:xfrm>
            <a:off x="6667500" y="24955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2" name="rule-190"/>
          <p:cNvCxnSpPr/>
          <p:nvPr/>
        </p:nvCxnSpPr>
        <p:spPr>
          <a:xfrm>
            <a:off x="6667500" y="37147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7" name="rect-191">
            <a:extLst>
              <a:ext uri="{FF2B5EF4-FFF2-40B4-BE49-F238E27FC236}">
                <a16:creationId xmlns:a16="http://schemas.microsoft.com/office/drawing/2014/main" id="{6309B294-BA22-4A6B-AC8A-AE5D7F1B08B7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266950" cy="10668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8" name="text-192">
            <a:extLst>
              <a:ext uri="{FF2B5EF4-FFF2-40B4-BE49-F238E27FC236}">
                <a16:creationId xmlns:a16="http://schemas.microsoft.com/office/drawing/2014/main" id="{DB42A81D-F0BD-43A2-9030-85667A80CDDF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1847850" cy="304800"/>
          </a:xfrm>
          <a:prstGeom prst="rect">
            <a:avLst/>
          </a:prstGeom>
        </p:spPr>
        <p:txBody>
          <a:bodyPr wrap="square" lIns="0" tIns="0" rIns="0" bIns="0" anchor="t">
            <a:normAutofit fontScale="78510"/>
          </a:bodyPr>
          <a:lstStyle/>
          <a:p>
            <a:pPr algn="ctr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3">
            <a:extLst>
              <a:ext uri="{FF2B5EF4-FFF2-40B4-BE49-F238E27FC236}">
                <a16:creationId xmlns:a16="http://schemas.microsoft.com/office/drawing/2014/main" id="{E39448F9-2832-4957-A49F-4D98398FAE19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8478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4">
            <a:extLst>
              <a:ext uri="{FF2B5EF4-FFF2-40B4-BE49-F238E27FC236}">
                <a16:creationId xmlns:a16="http://schemas.microsoft.com/office/drawing/2014/main" id="{2CCF4F6D-ABA3-4F73-B219-4DE50D7E4241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2362200" cy="205740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11" name="text-195">
            <a:extLst>
              <a:ext uri="{FF2B5EF4-FFF2-40B4-BE49-F238E27FC236}">
                <a16:creationId xmlns:a16="http://schemas.microsoft.com/office/drawing/2014/main" id="{B5E6260C-42AC-41DD-94D4-CA433D9B79DB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428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38" name="rule-196"/>
          <p:cNvCxnSpPr/>
          <p:nvPr/>
        </p:nvCxnSpPr>
        <p:spPr>
          <a:xfrm>
            <a:off x="4705350" y="2895600"/>
            <a:ext cx="15621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3" name="text-197">
            <a:extLst>
              <a:ext uri="{FF2B5EF4-FFF2-40B4-BE49-F238E27FC236}">
                <a16:creationId xmlns:a16="http://schemas.microsoft.com/office/drawing/2014/main" id="{B0D717EC-814F-4304-9F5A-5CF443244611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1866900" cy="342900"/>
          </a:xfrm>
          <a:prstGeom prst="rect">
            <a:avLst/>
          </a:prstGeom>
        </p:spPr>
        <p:txBody>
          <a:bodyPr wrap="square" lIns="0" tIns="0" rIns="0" bIns="0" anchor="t">
            <a:normAutofit fontScale="81868"/>
          </a:bodyPr>
          <a:lstStyle/>
          <a:p>
            <a:pPr algn="ctr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198">
            <a:extLst>
              <a:ext uri="{FF2B5EF4-FFF2-40B4-BE49-F238E27FC236}">
                <a16:creationId xmlns:a16="http://schemas.microsoft.com/office/drawing/2014/main" id="{49CD6ECD-E7FC-4427-A1D5-E1D9176B4DA9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18669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199">
            <a:extLst>
              <a:ext uri="{FF2B5EF4-FFF2-40B4-BE49-F238E27FC236}">
                <a16:creationId xmlns:a16="http://schemas.microsoft.com/office/drawing/2014/main" id="{95F231E9-16A0-4685-9B5F-BD956BD67161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6" name="text-200">
            <a:extLst>
              <a:ext uri="{FF2B5EF4-FFF2-40B4-BE49-F238E27FC236}">
                <a16:creationId xmlns:a16="http://schemas.microsoft.com/office/drawing/2014/main" id="{A390D794-92D3-4698-A4AE-1EB37D1C8D95}"/>
              </a:ext>
            </a:extLst>
          </p:cNvPr>
          <p:cNvSpPr>
            <a:spLocks noGrp="1"/>
          </p:cNvSpPr>
          <p:nvPr/>
        </p:nvSpPr>
        <p:spPr>
          <a:xfrm>
            <a:off x="8515350" y="23050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1">
            <a:extLst>
              <a:ext uri="{FF2B5EF4-FFF2-40B4-BE49-F238E27FC236}">
                <a16:creationId xmlns:a16="http://schemas.microsoft.com/office/drawing/2014/main" id="{037FE830-FEC2-4D5D-9A00-6E65D17C036D}"/>
              </a:ext>
            </a:extLst>
          </p:cNvPr>
          <p:cNvSpPr>
            <a:spLocks noGrp="1"/>
          </p:cNvSpPr>
          <p:nvPr/>
        </p:nvSpPr>
        <p:spPr>
          <a:xfrm>
            <a:off x="10096500" y="23431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2">
            <a:extLst>
              <a:ext uri="{FF2B5EF4-FFF2-40B4-BE49-F238E27FC236}">
                <a16:creationId xmlns:a16="http://schemas.microsoft.com/office/drawing/2014/main" id="{2787C535-AE4A-4F8D-ACF8-DCC2AF4DB602}"/>
              </a:ext>
            </a:extLst>
          </p:cNvPr>
          <p:cNvSpPr>
            <a:spLocks noGrp="1"/>
          </p:cNvSpPr>
          <p:nvPr/>
        </p:nvSpPr>
        <p:spPr>
          <a:xfrm>
            <a:off x="8267700" y="32956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9" name="text-203">
            <a:extLst>
              <a:ext uri="{FF2B5EF4-FFF2-40B4-BE49-F238E27FC236}">
                <a16:creationId xmlns:a16="http://schemas.microsoft.com/office/drawing/2014/main" id="{225FF0D5-874B-4DD2-BC2D-2ED88008C8BE}"/>
              </a:ext>
            </a:extLst>
          </p:cNvPr>
          <p:cNvSpPr>
            <a:spLocks noGrp="1"/>
          </p:cNvSpPr>
          <p:nvPr/>
        </p:nvSpPr>
        <p:spPr>
          <a:xfrm>
            <a:off x="8515350" y="35242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4">
            <a:extLst>
              <a:ext uri="{FF2B5EF4-FFF2-40B4-BE49-F238E27FC236}">
                <a16:creationId xmlns:a16="http://schemas.microsoft.com/office/drawing/2014/main" id="{B9206A48-39BE-479C-97EB-B06D70BA89E7}"/>
              </a:ext>
            </a:extLst>
          </p:cNvPr>
          <p:cNvSpPr>
            <a:spLocks noGrp="1"/>
          </p:cNvSpPr>
          <p:nvPr/>
        </p:nvSpPr>
        <p:spPr>
          <a:xfrm>
            <a:off x="10096500" y="35623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5">
            <a:extLst>
              <a:ext uri="{FF2B5EF4-FFF2-40B4-BE49-F238E27FC236}">
                <a16:creationId xmlns:a16="http://schemas.microsoft.com/office/drawing/2014/main" id="{1D23DC23-C4B1-4294-B717-8C6E5A138042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113919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2" name="text-206">
            <a:extLst>
              <a:ext uri="{FF2B5EF4-FFF2-40B4-BE49-F238E27FC236}">
                <a16:creationId xmlns:a16="http://schemas.microsoft.com/office/drawing/2014/main" id="{1EDAAD8B-7454-48E9-BF76-A8D5018F3E6D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07">
            <a:extLst>
              <a:ext uri="{FF2B5EF4-FFF2-40B4-BE49-F238E27FC236}">
                <a16:creationId xmlns:a16="http://schemas.microsoft.com/office/drawing/2014/main" id="{76DD6F32-C25A-4490-8655-9571315D05BA}"/>
              </a:ext>
            </a:extLst>
          </p:cNvPr>
          <p:cNvSpPr>
            <a:spLocks noGrp="1"/>
          </p:cNvSpPr>
          <p:nvPr/>
        </p:nvSpPr>
        <p:spPr>
          <a:xfrm>
            <a:off x="232410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08">
            <a:extLst>
              <a:ext uri="{FF2B5EF4-FFF2-40B4-BE49-F238E27FC236}">
                <a16:creationId xmlns:a16="http://schemas.microsoft.com/office/drawing/2014/main" id="{261DDD79-F9AB-439C-9732-4C7582136BA4}"/>
              </a:ext>
            </a:extLst>
          </p:cNvPr>
          <p:cNvSpPr>
            <a:spLocks noGrp="1"/>
          </p:cNvSpPr>
          <p:nvPr/>
        </p:nvSpPr>
        <p:spPr>
          <a:xfrm>
            <a:off x="481965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09">
            <a:extLst>
              <a:ext uri="{FF2B5EF4-FFF2-40B4-BE49-F238E27FC236}">
                <a16:creationId xmlns:a16="http://schemas.microsoft.com/office/drawing/2014/main" id="{F756EE40-E2C6-43D2-AC70-89460D2892FB}"/>
              </a:ext>
            </a:extLst>
          </p:cNvPr>
          <p:cNvSpPr>
            <a:spLocks noGrp="1"/>
          </p:cNvSpPr>
          <p:nvPr/>
        </p:nvSpPr>
        <p:spPr>
          <a:xfrm>
            <a:off x="7391400" y="514350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0">
            <a:extLst>
              <a:ext uri="{FF2B5EF4-FFF2-40B4-BE49-F238E27FC236}">
                <a16:creationId xmlns:a16="http://schemas.microsoft.com/office/drawing/2014/main" id="{CF584C85-0742-482F-8721-F3FAAE684DCC}"/>
              </a:ext>
            </a:extLst>
          </p:cNvPr>
          <p:cNvSpPr>
            <a:spLocks noGrp="1"/>
          </p:cNvSpPr>
          <p:nvPr/>
        </p:nvSpPr>
        <p:spPr>
          <a:xfrm>
            <a:off x="9372600" y="51435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276023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211">
            <a:extLst>
              <a:ext uri="{FF2B5EF4-FFF2-40B4-BE49-F238E27FC236}">
                <a16:creationId xmlns:a16="http://schemas.microsoft.com/office/drawing/2014/main" id="{EFB93F55-B54D-4006-9654-F82E3B98613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2">
            <a:extLst>
              <a:ext uri="{FF2B5EF4-FFF2-40B4-BE49-F238E27FC236}">
                <a16:creationId xmlns:a16="http://schemas.microsoft.com/office/drawing/2014/main" id="{FDDB9BE9-97A1-447C-8D92-94AE2E9A8B12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uni-app 构建输出</a:t>
            </a:r>
          </a:p>
        </p:txBody>
      </p:sp>
      <p:sp>
        <p:nvSpPr>
          <p:cNvPr id="3" name="text-213">
            <a:extLst>
              <a:ext uri="{FF2B5EF4-FFF2-40B4-BE49-F238E27FC236}">
                <a16:creationId xmlns:a16="http://schemas.microsoft.com/office/drawing/2014/main" id="{08784CB7-C9FA-4A6B-84F4-9AF6B5BE4B8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4">
            <a:extLst>
              <a:ext uri="{FF2B5EF4-FFF2-40B4-BE49-F238E27FC236}">
                <a16:creationId xmlns:a16="http://schemas.microsoft.com/office/drawing/2014/main" id="{FA29800C-F6E1-4950-B556-F3AC1169A017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5">
            <a:extLst>
              <a:ext uri="{FF2B5EF4-FFF2-40B4-BE49-F238E27FC236}">
                <a16:creationId xmlns:a16="http://schemas.microsoft.com/office/drawing/2014/main" id="{6DF28D15-0D56-495B-9D34-59DBF3750A6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rect-216">
            <a:extLst>
              <a:ext uri="{FF2B5EF4-FFF2-40B4-BE49-F238E27FC236}">
                <a16:creationId xmlns:a16="http://schemas.microsoft.com/office/drawing/2014/main" id="{16F99A89-013D-4EFF-ACFE-6A857D227F1A}"/>
              </a:ext>
            </a:extLst>
          </p:cNvPr>
          <p:cNvSpPr>
            <a:spLocks noGrp="1"/>
          </p:cNvSpPr>
          <p:nvPr/>
        </p:nvSpPr>
        <p:spPr>
          <a:xfrm>
            <a:off x="331470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rect-217">
            <a:extLst>
              <a:ext uri="{FF2B5EF4-FFF2-40B4-BE49-F238E27FC236}">
                <a16:creationId xmlns:a16="http://schemas.microsoft.com/office/drawing/2014/main" id="{3AE6FA41-3F3F-4D3C-9226-60D66E3C7D58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8" name="rect-218">
            <a:extLst>
              <a:ext uri="{FF2B5EF4-FFF2-40B4-BE49-F238E27FC236}">
                <a16:creationId xmlns:a16="http://schemas.microsoft.com/office/drawing/2014/main" id="{5DDEAA8F-8459-409E-94E6-90824ED0143B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264795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text-219">
            <a:extLst>
              <a:ext uri="{FF2B5EF4-FFF2-40B4-BE49-F238E27FC236}">
                <a16:creationId xmlns:a16="http://schemas.microsoft.com/office/drawing/2014/main" id="{58DED980-7C71-4DAF-B163-EBAF1E359E56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0">
            <a:extLst>
              <a:ext uri="{FF2B5EF4-FFF2-40B4-BE49-F238E27FC236}">
                <a16:creationId xmlns:a16="http://schemas.microsoft.com/office/drawing/2014/main" id="{C1CD3F84-04B5-4672-8669-494171551414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1">
            <a:extLst>
              <a:ext uri="{FF2B5EF4-FFF2-40B4-BE49-F238E27FC236}">
                <a16:creationId xmlns:a16="http://schemas.microsoft.com/office/drawing/2014/main" id="{C541A9E4-96D5-4E64-A44A-F0C16F11BE92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2">
            <a:extLst>
              <a:ext uri="{FF2B5EF4-FFF2-40B4-BE49-F238E27FC236}">
                <a16:creationId xmlns:a16="http://schemas.microsoft.com/office/drawing/2014/main" id="{B67F162A-B4A2-4A18-9E73-865BC6560F79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3">
            <a:extLst>
              <a:ext uri="{FF2B5EF4-FFF2-40B4-BE49-F238E27FC236}">
                <a16:creationId xmlns:a16="http://schemas.microsoft.com/office/drawing/2014/main" id="{84E68D12-B037-4367-A1A2-5582F7F22DB5}"/>
              </a:ext>
            </a:extLst>
          </p:cNvPr>
          <p:cNvSpPr>
            <a:spLocks noGrp="1"/>
          </p:cNvSpPr>
          <p:nvPr/>
        </p:nvSpPr>
        <p:spPr>
          <a:xfrm>
            <a:off x="35814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4">
            <a:extLst>
              <a:ext uri="{FF2B5EF4-FFF2-40B4-BE49-F238E27FC236}">
                <a16:creationId xmlns:a16="http://schemas.microsoft.com/office/drawing/2014/main" id="{794E7E6E-943E-4461-917D-54A46EA84902}"/>
              </a:ext>
            </a:extLst>
          </p:cNvPr>
          <p:cNvSpPr>
            <a:spLocks noGrp="1"/>
          </p:cNvSpPr>
          <p:nvPr/>
        </p:nvSpPr>
        <p:spPr>
          <a:xfrm>
            <a:off x="35814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5">
            <a:extLst>
              <a:ext uri="{FF2B5EF4-FFF2-40B4-BE49-F238E27FC236}">
                <a16:creationId xmlns:a16="http://schemas.microsoft.com/office/drawing/2014/main" id="{6867FBFB-8B9B-479D-87AF-C76D53E9E8AA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6">
            <a:extLst>
              <a:ext uri="{FF2B5EF4-FFF2-40B4-BE49-F238E27FC236}">
                <a16:creationId xmlns:a16="http://schemas.microsoft.com/office/drawing/2014/main" id="{C645DED2-8BD7-4646-B180-3D5BDA6937AC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移动目标构建</a:t>
            </a:r>
          </a:p>
        </p:txBody>
      </p:sp>
      <p:sp>
        <p:nvSpPr>
          <p:cNvPr id="17" name="text-227">
            <a:extLst>
              <a:ext uri="{FF2B5EF4-FFF2-40B4-BE49-F238E27FC236}">
                <a16:creationId xmlns:a16="http://schemas.microsoft.com/office/drawing/2014/main" id="{35697B87-BBA2-409E-9FF7-8D5066123170}"/>
              </a:ext>
            </a:extLst>
          </p:cNvPr>
          <p:cNvSpPr>
            <a:spLocks noGrp="1"/>
          </p:cNvSpPr>
          <p:nvPr/>
        </p:nvSpPr>
        <p:spPr>
          <a:xfrm>
            <a:off x="64960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App 资源通过
微信小程序通过</a:t>
            </a:r>
          </a:p>
        </p:txBody>
      </p:sp>
      <p:sp>
        <p:nvSpPr>
          <p:cNvPr id="18" name="text-228">
            <a:extLst>
              <a:ext uri="{FF2B5EF4-FFF2-40B4-BE49-F238E27FC236}">
                <a16:creationId xmlns:a16="http://schemas.microsoft.com/office/drawing/2014/main" id="{57B9BF9D-76B2-4DE9-8DBF-B981AD8A6995}"/>
              </a:ext>
            </a:extLst>
          </p:cNvPr>
          <p:cNvSpPr>
            <a:spLocks noGrp="1"/>
          </p:cNvSpPr>
          <p:nvPr/>
        </p:nvSpPr>
        <p:spPr>
          <a:xfrm>
            <a:off x="94107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29">
            <a:extLst>
              <a:ext uri="{FF2B5EF4-FFF2-40B4-BE49-F238E27FC236}">
                <a16:creationId xmlns:a16="http://schemas.microsoft.com/office/drawing/2014/main" id="{1DEA736E-67EE-4C88-9BFA-EE572D1507CD}"/>
              </a:ext>
            </a:extLst>
          </p:cNvPr>
          <p:cNvSpPr>
            <a:spLocks noGrp="1"/>
          </p:cNvSpPr>
          <p:nvPr/>
        </p:nvSpPr>
        <p:spPr>
          <a:xfrm>
            <a:off x="94107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0">
            <a:extLst>
              <a:ext uri="{FF2B5EF4-FFF2-40B4-BE49-F238E27FC236}">
                <a16:creationId xmlns:a16="http://schemas.microsoft.com/office/drawing/2014/main" id="{0B2F2C3A-2C1F-4903-BF27-7183345235DD}"/>
              </a:ext>
            </a:extLst>
          </p:cNvPr>
          <p:cNvSpPr>
            <a:spLocks noGrp="1"/>
          </p:cNvSpPr>
          <p:nvPr/>
        </p:nvSpPr>
        <p:spPr>
          <a:xfrm>
            <a:off x="94107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1">
            <a:extLst>
              <a:ext uri="{FF2B5EF4-FFF2-40B4-BE49-F238E27FC236}">
                <a16:creationId xmlns:a16="http://schemas.microsoft.com/office/drawing/2014/main" id="{27F4E46B-75AA-4682-8134-FC0492E6A292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同时发现性能改进项：Messages 构建块约 1.64 MB，需要继续拆分 Agora、消息与编辑器依赖。</a:t>
            </a:r>
          </a:p>
        </p:txBody>
      </p:sp>
    </p:spTree>
    <p:extLst>
      <p:ext uri="{BB962C8B-B14F-4D97-AF65-F5344CB8AC3E}">
        <p14:creationId xmlns:p14="http://schemas.microsoft.com/office/powerpoint/2010/main" val="82627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32">
            <a:extLst>
              <a:ext uri="{FF2B5EF4-FFF2-40B4-BE49-F238E27FC236}">
                <a16:creationId xmlns:a16="http://schemas.microsoft.com/office/drawing/2014/main" id="{2BB7ACFF-DC25-4CB9-BEB1-4043E8534C3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3">
            <a:extLst>
              <a:ext uri="{FF2B5EF4-FFF2-40B4-BE49-F238E27FC236}">
                <a16:creationId xmlns:a16="http://schemas.microsoft.com/office/drawing/2014/main" id="{4CA619D4-6255-4AE7-A926-8D99CDE0B79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4">
            <a:extLst>
              <a:ext uri="{FF2B5EF4-FFF2-40B4-BE49-F238E27FC236}">
                <a16:creationId xmlns:a16="http://schemas.microsoft.com/office/drawing/2014/main" id="{1A27ACAB-B985-4C8F-A8BA-6C02FA04FE79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5">
            <a:extLst>
              <a:ext uri="{FF2B5EF4-FFF2-40B4-BE49-F238E27FC236}">
                <a16:creationId xmlns:a16="http://schemas.microsoft.com/office/drawing/2014/main" id="{2EF946D0-8A54-4F7D-826C-28C8AE7EA02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838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5" name="text-236">
            <a:extLst>
              <a:ext uri="{FF2B5EF4-FFF2-40B4-BE49-F238E27FC236}">
                <a16:creationId xmlns:a16="http://schemas.microsoft.com/office/drawing/2014/main" id="{CFC192EF-E5CE-48BB-8D20-B3302F4B761B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27241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37">
            <a:extLst>
              <a:ext uri="{FF2B5EF4-FFF2-40B4-BE49-F238E27FC236}">
                <a16:creationId xmlns:a16="http://schemas.microsoft.com/office/drawing/2014/main" id="{74F4B8DA-0175-40A9-A62D-582384113AD2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7905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35" name="rule-238"/>
          <p:cNvCxnSpPr/>
          <p:nvPr/>
        </p:nvCxnSpPr>
        <p:spPr>
          <a:xfrm>
            <a:off x="400050" y="23812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239">
            <a:extLst>
              <a:ext uri="{FF2B5EF4-FFF2-40B4-BE49-F238E27FC236}">
                <a16:creationId xmlns:a16="http://schemas.microsoft.com/office/drawing/2014/main" id="{59634B09-6962-4D4E-BD17-887F04536F62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B</a:t>
            </a:r>
          </a:p>
        </p:txBody>
      </p:sp>
      <p:sp>
        <p:nvSpPr>
          <p:cNvPr id="9" name="text-240">
            <a:extLst>
              <a:ext uri="{FF2B5EF4-FFF2-40B4-BE49-F238E27FC236}">
                <a16:creationId xmlns:a16="http://schemas.microsoft.com/office/drawing/2014/main" id="{C22E26CD-D670-43F8-AC63-937748326B61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1">
            <a:extLst>
              <a:ext uri="{FF2B5EF4-FFF2-40B4-BE49-F238E27FC236}">
                <a16:creationId xmlns:a16="http://schemas.microsoft.com/office/drawing/2014/main" id="{0C29D6A9-160B-4114-BE77-ED07893F16F4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39" name="rule-242"/>
          <p:cNvCxnSpPr/>
          <p:nvPr/>
        </p:nvCxnSpPr>
        <p:spPr>
          <a:xfrm>
            <a:off x="27432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243">
            <a:extLst>
              <a:ext uri="{FF2B5EF4-FFF2-40B4-BE49-F238E27FC236}">
                <a16:creationId xmlns:a16="http://schemas.microsoft.com/office/drawing/2014/main" id="{BCFFCEBB-66A9-4AC3-B042-760A7AD7DB23}"/>
              </a:ext>
            </a:extLst>
          </p:cNvPr>
          <p:cNvSpPr>
            <a:spLocks noGrp="1"/>
          </p:cNvSpPr>
          <p:nvPr/>
        </p:nvSpPr>
        <p:spPr>
          <a:xfrm>
            <a:off x="30099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C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680CF3B8-F420-4588-AD50-F4FD462725F4}"/>
              </a:ext>
            </a:extLst>
          </p:cNvPr>
          <p:cNvSpPr>
            <a:spLocks noGrp="1"/>
          </p:cNvSpPr>
          <p:nvPr/>
        </p:nvSpPr>
        <p:spPr>
          <a:xfrm>
            <a:off x="300990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5">
            <a:extLst>
              <a:ext uri="{FF2B5EF4-FFF2-40B4-BE49-F238E27FC236}">
                <a16:creationId xmlns:a16="http://schemas.microsoft.com/office/drawing/2014/main" id="{3AEA0BC1-1D5F-4029-92DC-6813AC6F02FD}"/>
              </a:ext>
            </a:extLst>
          </p:cNvPr>
          <p:cNvSpPr>
            <a:spLocks noGrp="1"/>
          </p:cNvSpPr>
          <p:nvPr/>
        </p:nvSpPr>
        <p:spPr>
          <a:xfrm>
            <a:off x="300990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43" name="rule-246"/>
          <p:cNvCxnSpPr/>
          <p:nvPr/>
        </p:nvCxnSpPr>
        <p:spPr>
          <a:xfrm>
            <a:off x="535305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47">
            <a:extLst>
              <a:ext uri="{FF2B5EF4-FFF2-40B4-BE49-F238E27FC236}">
                <a16:creationId xmlns:a16="http://schemas.microsoft.com/office/drawing/2014/main" id="{990FA9CC-9555-49B2-A6C7-9CB5F102158E}"/>
              </a:ext>
            </a:extLst>
          </p:cNvPr>
          <p:cNvSpPr>
            <a:spLocks noGrp="1"/>
          </p:cNvSpPr>
          <p:nvPr/>
        </p:nvSpPr>
        <p:spPr>
          <a:xfrm>
            <a:off x="56197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D</a:t>
            </a:r>
          </a:p>
        </p:txBody>
      </p:sp>
      <p:sp>
        <p:nvSpPr>
          <p:cNvPr id="17" name="text-248">
            <a:extLst>
              <a:ext uri="{FF2B5EF4-FFF2-40B4-BE49-F238E27FC236}">
                <a16:creationId xmlns:a16="http://schemas.microsoft.com/office/drawing/2014/main" id="{A9F0F4D8-0F93-441F-980B-096E33023BF8}"/>
              </a:ext>
            </a:extLst>
          </p:cNvPr>
          <p:cNvSpPr>
            <a:spLocks noGrp="1"/>
          </p:cNvSpPr>
          <p:nvPr/>
        </p:nvSpPr>
        <p:spPr>
          <a:xfrm>
            <a:off x="56197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49">
            <a:extLst>
              <a:ext uri="{FF2B5EF4-FFF2-40B4-BE49-F238E27FC236}">
                <a16:creationId xmlns:a16="http://schemas.microsoft.com/office/drawing/2014/main" id="{42ABB5C2-62C5-40F7-B3E7-0F696CB5A43C}"/>
              </a:ext>
            </a:extLst>
          </p:cNvPr>
          <p:cNvSpPr>
            <a:spLocks noGrp="1"/>
          </p:cNvSpPr>
          <p:nvPr/>
        </p:nvSpPr>
        <p:spPr>
          <a:xfrm>
            <a:off x="56197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47" name="rule-250"/>
          <p:cNvCxnSpPr/>
          <p:nvPr/>
        </p:nvCxnSpPr>
        <p:spPr>
          <a:xfrm>
            <a:off x="79629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0" name="text-251">
            <a:extLst>
              <a:ext uri="{FF2B5EF4-FFF2-40B4-BE49-F238E27FC236}">
                <a16:creationId xmlns:a16="http://schemas.microsoft.com/office/drawing/2014/main" id="{FF403995-49BA-4432-AC8C-AC5A9B642FDE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2">
            <a:extLst>
              <a:ext uri="{FF2B5EF4-FFF2-40B4-BE49-F238E27FC236}">
                <a16:creationId xmlns:a16="http://schemas.microsoft.com/office/drawing/2014/main" id="{E69C580E-CC3A-4E7C-896D-7B5D258CF192}"/>
              </a:ext>
            </a:extLst>
          </p:cNvPr>
          <p:cNvSpPr>
            <a:spLocks noGrp="1"/>
          </p:cNvSpPr>
          <p:nvPr/>
        </p:nvSpPr>
        <p:spPr>
          <a:xfrm>
            <a:off x="82296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3">
            <a:extLst>
              <a:ext uri="{FF2B5EF4-FFF2-40B4-BE49-F238E27FC236}">
                <a16:creationId xmlns:a16="http://schemas.microsoft.com/office/drawing/2014/main" id="{6E24411E-1861-4133-A401-5EC3414F7CB8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51" name="rule-254"/>
          <p:cNvCxnSpPr/>
          <p:nvPr/>
        </p:nvCxnSpPr>
        <p:spPr>
          <a:xfrm>
            <a:off x="99060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4" name="text-255">
            <a:extLst>
              <a:ext uri="{FF2B5EF4-FFF2-40B4-BE49-F238E27FC236}">
                <a16:creationId xmlns:a16="http://schemas.microsoft.com/office/drawing/2014/main" id="{F3E094FE-63F8-47D3-A084-31A294A3910F}"/>
              </a:ext>
            </a:extLst>
          </p:cNvPr>
          <p:cNvSpPr>
            <a:spLocks noGrp="1"/>
          </p:cNvSpPr>
          <p:nvPr/>
        </p:nvSpPr>
        <p:spPr>
          <a:xfrm>
            <a:off x="101727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6">
            <a:extLst>
              <a:ext uri="{FF2B5EF4-FFF2-40B4-BE49-F238E27FC236}">
                <a16:creationId xmlns:a16="http://schemas.microsoft.com/office/drawing/2014/main" id="{6F5935D6-9392-44AF-A668-3FF46C968370}"/>
              </a:ext>
            </a:extLst>
          </p:cNvPr>
          <p:cNvSpPr>
            <a:spLocks noGrp="1"/>
          </p:cNvSpPr>
          <p:nvPr/>
        </p:nvSpPr>
        <p:spPr>
          <a:xfrm>
            <a:off x="101727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57">
            <a:extLst>
              <a:ext uri="{FF2B5EF4-FFF2-40B4-BE49-F238E27FC236}">
                <a16:creationId xmlns:a16="http://schemas.microsoft.com/office/drawing/2014/main" id="{225C3A0E-E2C8-45D5-A14B-4C279243195F}"/>
              </a:ext>
            </a:extLst>
          </p:cNvPr>
          <p:cNvSpPr>
            <a:spLocks noGrp="1"/>
          </p:cNvSpPr>
          <p:nvPr/>
        </p:nvSpPr>
        <p:spPr>
          <a:xfrm>
            <a:off x="101727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58">
            <a:extLst>
              <a:ext uri="{FF2B5EF4-FFF2-40B4-BE49-F238E27FC236}">
                <a16:creationId xmlns:a16="http://schemas.microsoft.com/office/drawing/2014/main" id="{4275A440-97AA-4CF7-8050-69F37A6EBE6B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11391900" cy="8953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8" name="text-259">
            <a:extLst>
              <a:ext uri="{FF2B5EF4-FFF2-40B4-BE49-F238E27FC236}">
                <a16:creationId xmlns:a16="http://schemas.microsoft.com/office/drawing/2014/main" id="{F22FF305-8191-43EB-8992-B907656B5F32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109347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49677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260">
            <a:extLst>
              <a:ext uri="{FF2B5EF4-FFF2-40B4-BE49-F238E27FC236}">
                <a16:creationId xmlns:a16="http://schemas.microsoft.com/office/drawing/2014/main" id="{20D93FD9-7E18-4875-94A2-DEC12C97E21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1">
            <a:extLst>
              <a:ext uri="{FF2B5EF4-FFF2-40B4-BE49-F238E27FC236}">
                <a16:creationId xmlns:a16="http://schemas.microsoft.com/office/drawing/2014/main" id="{22EB9D9E-2F42-4799-AF7C-C98256580107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2">
            <a:extLst>
              <a:ext uri="{FF2B5EF4-FFF2-40B4-BE49-F238E27FC236}">
                <a16:creationId xmlns:a16="http://schemas.microsoft.com/office/drawing/2014/main" id="{61FCAA87-9DA2-4515-9B70-6CAF157EBFC0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3">
            <a:extLst>
              <a:ext uri="{FF2B5EF4-FFF2-40B4-BE49-F238E27FC236}">
                <a16:creationId xmlns:a16="http://schemas.microsoft.com/office/drawing/2014/main" id="{F5B12A86-5F9F-4EF6-B9D4-A521A0A70ADC}"/>
              </a:ext>
            </a:extLst>
          </p:cNvPr>
          <p:cNvSpPr>
            <a:spLocks noGrp="1"/>
          </p:cNvSpPr>
          <p:nvPr/>
        </p:nvSpPr>
        <p:spPr>
          <a:xfrm>
            <a:off x="4000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4">
            <a:extLst>
              <a:ext uri="{FF2B5EF4-FFF2-40B4-BE49-F238E27FC236}">
                <a16:creationId xmlns:a16="http://schemas.microsoft.com/office/drawing/2014/main" id="{33A2C0E9-FF9A-4A8F-9E97-7394BCCDD03C}"/>
              </a:ext>
            </a:extLst>
          </p:cNvPr>
          <p:cNvSpPr>
            <a:spLocks noGrp="1"/>
          </p:cNvSpPr>
          <p:nvPr/>
        </p:nvSpPr>
        <p:spPr>
          <a:xfrm>
            <a:off x="64579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23" name="rule-265"/>
          <p:cNvCxnSpPr/>
          <p:nvPr/>
        </p:nvCxnSpPr>
        <p:spPr>
          <a:xfrm>
            <a:off x="400050" y="17907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266">
            <a:extLst>
              <a:ext uri="{FF2B5EF4-FFF2-40B4-BE49-F238E27FC236}">
                <a16:creationId xmlns:a16="http://schemas.microsoft.com/office/drawing/2014/main" id="{4076D138-349F-4267-9146-28A89FB99A8E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67">
            <a:extLst>
              <a:ext uri="{FF2B5EF4-FFF2-40B4-BE49-F238E27FC236}">
                <a16:creationId xmlns:a16="http://schemas.microsoft.com/office/drawing/2014/main" id="{001DE4F7-7ABC-48A4-8FC6-0E81CBCEFBDE}"/>
              </a:ext>
            </a:extLst>
          </p:cNvPr>
          <p:cNvSpPr>
            <a:spLocks noGrp="1"/>
          </p:cNvSpPr>
          <p:nvPr/>
        </p:nvSpPr>
        <p:spPr>
          <a:xfrm>
            <a:off x="64579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 fontScale="98472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26" name="rule-268"/>
          <p:cNvCxnSpPr/>
          <p:nvPr/>
        </p:nvCxnSpPr>
        <p:spPr>
          <a:xfrm>
            <a:off x="400050" y="27241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0" name="text-269">
            <a:extLst>
              <a:ext uri="{FF2B5EF4-FFF2-40B4-BE49-F238E27FC236}">
                <a16:creationId xmlns:a16="http://schemas.microsoft.com/office/drawing/2014/main" id="{376E5799-6C48-4F10-B689-D4B32FC35E78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0">
            <a:extLst>
              <a:ext uri="{FF2B5EF4-FFF2-40B4-BE49-F238E27FC236}">
                <a16:creationId xmlns:a16="http://schemas.microsoft.com/office/drawing/2014/main" id="{FAC5EB64-BE2F-4087-B968-7C2325E7D487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29" name="rule-271"/>
          <p:cNvCxnSpPr/>
          <p:nvPr/>
        </p:nvCxnSpPr>
        <p:spPr>
          <a:xfrm>
            <a:off x="400050" y="37338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72">
            <a:extLst>
              <a:ext uri="{FF2B5EF4-FFF2-40B4-BE49-F238E27FC236}">
                <a16:creationId xmlns:a16="http://schemas.microsoft.com/office/drawing/2014/main" id="{BB15701F-9A97-4DBE-A60F-FEE51EBCFF61}"/>
              </a:ext>
            </a:extLst>
          </p:cNvPr>
          <p:cNvSpPr>
            <a:spLocks noGrp="1"/>
          </p:cNvSpPr>
          <p:nvPr/>
        </p:nvSpPr>
        <p:spPr>
          <a:xfrm>
            <a:off x="4000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 fontScale="98350"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App 与小程序构建通过；H5 子目标缺入口文件</a:t>
            </a:r>
          </a:p>
        </p:txBody>
      </p:sp>
      <p:sp>
        <p:nvSpPr>
          <p:cNvPr id="14" name="text-273">
            <a:extLst>
              <a:ext uri="{FF2B5EF4-FFF2-40B4-BE49-F238E27FC236}">
                <a16:creationId xmlns:a16="http://schemas.microsoft.com/office/drawing/2014/main" id="{F4287172-D43C-4CD9-B51B-6C3223CEC90F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补齐 H5 index.html，并把多端构建纳入 CI</a:t>
            </a:r>
          </a:p>
        </p:txBody>
      </p:sp>
      <p:cxnSp>
        <p:nvCxnSpPr>
          <p:cNvPr id="32" name="rule-274"/>
          <p:cNvCxnSpPr/>
          <p:nvPr/>
        </p:nvCxnSpPr>
        <p:spPr>
          <a:xfrm>
            <a:off x="400050" y="47434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75">
            <a:extLst>
              <a:ext uri="{FF2B5EF4-FFF2-40B4-BE49-F238E27FC236}">
                <a16:creationId xmlns:a16="http://schemas.microsoft.com/office/drawing/2014/main" id="{2C7675CC-401F-46F3-8656-95CAE3B09C66}"/>
              </a:ext>
            </a:extLst>
          </p:cNvPr>
          <p:cNvSpPr>
            <a:spLocks noGrp="1"/>
          </p:cNvSpPr>
          <p:nvPr/>
        </p:nvSpPr>
        <p:spPr>
          <a:xfrm>
            <a:off x="4000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6">
            <a:extLst>
              <a:ext uri="{FF2B5EF4-FFF2-40B4-BE49-F238E27FC236}">
                <a16:creationId xmlns:a16="http://schemas.microsoft.com/office/drawing/2014/main" id="{303A00A0-EE68-48A0-B4AB-27638A8ECB33}"/>
              </a:ext>
            </a:extLst>
          </p:cNvPr>
          <p:cNvSpPr>
            <a:spLocks noGrp="1"/>
          </p:cNvSpPr>
          <p:nvPr/>
        </p:nvSpPr>
        <p:spPr>
          <a:xfrm>
            <a:off x="64579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101891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77">
            <a:extLst>
              <a:ext uri="{FF2B5EF4-FFF2-40B4-BE49-F238E27FC236}">
                <a16:creationId xmlns:a16="http://schemas.microsoft.com/office/drawing/2014/main" id="{76CBF9FB-4F6A-4A53-93BF-61A1462DC8D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78">
            <a:extLst>
              <a:ext uri="{FF2B5EF4-FFF2-40B4-BE49-F238E27FC236}">
                <a16:creationId xmlns:a16="http://schemas.microsoft.com/office/drawing/2014/main" id="{8FBD3578-3F94-4C14-9465-55F0EE37353D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906000" cy="1752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79">
            <a:extLst>
              <a:ext uri="{FF2B5EF4-FFF2-40B4-BE49-F238E27FC236}">
                <a16:creationId xmlns:a16="http://schemas.microsoft.com/office/drawing/2014/main" id="{D5185350-E8C9-44A7-B778-2C0B6A30F6E6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0">
            <a:extLst>
              <a:ext uri="{FF2B5EF4-FFF2-40B4-BE49-F238E27FC236}">
                <a16:creationId xmlns:a16="http://schemas.microsoft.com/office/drawing/2014/main" id="{F43B5C12-D81A-40FC-9ACB-B55DF1E55497}"/>
              </a:ext>
            </a:extLst>
          </p:cNvPr>
          <p:cNvSpPr>
            <a:spLocks noGrp="1"/>
          </p:cNvSpPr>
          <p:nvPr/>
        </p:nvSpPr>
        <p:spPr>
          <a:xfrm>
            <a:off x="30289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1">
            <a:extLst>
              <a:ext uri="{FF2B5EF4-FFF2-40B4-BE49-F238E27FC236}">
                <a16:creationId xmlns:a16="http://schemas.microsoft.com/office/drawing/2014/main" id="{FBA6017D-4E05-4349-8C2A-626DB3B116AA}"/>
              </a:ext>
            </a:extLst>
          </p:cNvPr>
          <p:cNvSpPr>
            <a:spLocks noGrp="1"/>
          </p:cNvSpPr>
          <p:nvPr/>
        </p:nvSpPr>
        <p:spPr>
          <a:xfrm>
            <a:off x="56578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2">
            <a:extLst>
              <a:ext uri="{FF2B5EF4-FFF2-40B4-BE49-F238E27FC236}">
                <a16:creationId xmlns:a16="http://schemas.microsoft.com/office/drawing/2014/main" id="{4EC1116C-C23E-4755-8098-E15FAC5B1F05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3">
            <a:extLst>
              <a:ext uri="{FF2B5EF4-FFF2-40B4-BE49-F238E27FC236}">
                <a16:creationId xmlns:a16="http://schemas.microsoft.com/office/drawing/2014/main" id="{8484110D-AD51-49C5-A4F6-2928EEA05C7A}"/>
              </a:ext>
            </a:extLst>
          </p:cNvPr>
          <p:cNvSpPr>
            <a:spLocks noGrp="1"/>
          </p:cNvSpPr>
          <p:nvPr/>
        </p:nvSpPr>
        <p:spPr>
          <a:xfrm>
            <a:off x="4000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4">
            <a:extLst>
              <a:ext uri="{FF2B5EF4-FFF2-40B4-BE49-F238E27FC236}">
                <a16:creationId xmlns:a16="http://schemas.microsoft.com/office/drawing/2014/main" id="{E8DAF7F3-843A-4941-904C-B7ACDC971F30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5">
            <a:extLst>
              <a:ext uri="{FF2B5EF4-FFF2-40B4-BE49-F238E27FC236}">
                <a16:creationId xmlns:a16="http://schemas.microsoft.com/office/drawing/2014/main" id="{816CB240-22B6-498F-AA8F-B22079D3DD6A}"/>
              </a:ext>
            </a:extLst>
          </p:cNvPr>
          <p:cNvSpPr>
            <a:spLocks noGrp="1"/>
          </p:cNvSpPr>
          <p:nvPr/>
        </p:nvSpPr>
        <p:spPr>
          <a:xfrm>
            <a:off x="56578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6">
            <a:extLst>
              <a:ext uri="{FF2B5EF4-FFF2-40B4-BE49-F238E27FC236}">
                <a16:creationId xmlns:a16="http://schemas.microsoft.com/office/drawing/2014/main" id="{4B67BFEB-A045-4856-A5F9-BE32FF5007D1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4765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性能、H5 与实时共编路线</a:t>
            </a:r>
          </a:p>
        </p:txBody>
      </p:sp>
      <p:sp>
        <p:nvSpPr>
          <p:cNvPr id="11" name="rect-287">
            <a:extLst>
              <a:ext uri="{FF2B5EF4-FFF2-40B4-BE49-F238E27FC236}">
                <a16:creationId xmlns:a16="http://schemas.microsoft.com/office/drawing/2014/main" id="{DC66CC34-2562-4CCC-99F6-506816E38EE6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2" name="text-288">
            <a:extLst>
              <a:ext uri="{FF2B5EF4-FFF2-40B4-BE49-F238E27FC236}">
                <a16:creationId xmlns:a16="http://schemas.microsoft.com/office/drawing/2014/main" id="{41271814-C9EA-40D8-8CAB-4E64A99D582B}"/>
              </a:ext>
            </a:extLst>
          </p:cNvPr>
          <p:cNvSpPr>
            <a:spLocks noGrp="1"/>
          </p:cNvSpPr>
          <p:nvPr/>
        </p:nvSpPr>
        <p:spPr>
          <a:xfrm>
            <a:off x="628650" y="57531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89">
            <a:extLst>
              <a:ext uri="{FF2B5EF4-FFF2-40B4-BE49-F238E27FC236}">
                <a16:creationId xmlns:a16="http://schemas.microsoft.com/office/drawing/2014/main" id="{C57E49D0-4ECB-4041-8A5C-D9FCB2847A7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05535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290">
            <a:extLst>
              <a:ext uri="{FF2B5EF4-FFF2-40B4-BE49-F238E27FC236}">
                <a16:creationId xmlns:a16="http://schemas.microsoft.com/office/drawing/2014/main" id="{900C781E-A121-4F84-9F6C-2A228CF8D30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1">
            <a:extLst>
              <a:ext uri="{FF2B5EF4-FFF2-40B4-BE49-F238E27FC236}">
                <a16:creationId xmlns:a16="http://schemas.microsoft.com/office/drawing/2014/main" id="{EAAB57E3-7A9E-427A-AD64-E3A6AE5D3A38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2">
            <a:extLst>
              <a:ext uri="{FF2B5EF4-FFF2-40B4-BE49-F238E27FC236}">
                <a16:creationId xmlns:a16="http://schemas.microsoft.com/office/drawing/2014/main" id="{55144259-B356-4882-B806-76BDFD4F30E9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3">
            <a:extLst>
              <a:ext uri="{FF2B5EF4-FFF2-40B4-BE49-F238E27FC236}">
                <a16:creationId xmlns:a16="http://schemas.microsoft.com/office/drawing/2014/main" id="{2EDEBAD5-5925-4442-9294-46819A46C3E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4">
            <a:extLst>
              <a:ext uri="{FF2B5EF4-FFF2-40B4-BE49-F238E27FC236}">
                <a16:creationId xmlns:a16="http://schemas.microsoft.com/office/drawing/2014/main" id="{F77C0796-09CC-4399-B9DA-9FBD96FE98E1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5">
            <a:extLst>
              <a:ext uri="{FF2B5EF4-FFF2-40B4-BE49-F238E27FC236}">
                <a16:creationId xmlns:a16="http://schemas.microsoft.com/office/drawing/2014/main" id="{2CECE21D-4A37-437A-B3E5-1AF995DA9E83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6">
            <a:extLst>
              <a:ext uri="{FF2B5EF4-FFF2-40B4-BE49-F238E27FC236}">
                <a16:creationId xmlns:a16="http://schemas.microsoft.com/office/drawing/2014/main" id="{D146D7FD-54EC-4D76-B40D-F9762B9A10F8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297">
            <a:extLst>
              <a:ext uri="{FF2B5EF4-FFF2-40B4-BE49-F238E27FC236}">
                <a16:creationId xmlns:a16="http://schemas.microsoft.com/office/drawing/2014/main" id="{8A5CAE0C-4EE7-4508-B5BA-58EBEE1134FD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298">
            <a:extLst>
              <a:ext uri="{FF2B5EF4-FFF2-40B4-BE49-F238E27FC236}">
                <a16:creationId xmlns:a16="http://schemas.microsoft.com/office/drawing/2014/main" id="{95E6C75D-8151-4C56-BDF4-9B0A5FFC6CDD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299">
            <a:extLst>
              <a:ext uri="{FF2B5EF4-FFF2-40B4-BE49-F238E27FC236}">
                <a16:creationId xmlns:a16="http://schemas.microsoft.com/office/drawing/2014/main" id="{CBD2196A-CD29-4074-88EF-A512B48003BD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项目的创新点是什么？</a:t>
            </a:r>
          </a:p>
        </p:txBody>
      </p:sp>
      <p:sp>
        <p:nvSpPr>
          <p:cNvPr id="11" name="text-300">
            <a:extLst>
              <a:ext uri="{FF2B5EF4-FFF2-40B4-BE49-F238E27FC236}">
                <a16:creationId xmlns:a16="http://schemas.microsoft.com/office/drawing/2014/main" id="{E784848F-BEA2-482C-939A-5E259785B052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不是简单复刻 UI，而是把四端会话、实时事件、可切换文件存储、文档回收站、健康检查和自动化验证整合成一个可运行闭环。</a:t>
            </a:r>
          </a:p>
        </p:txBody>
      </p:sp>
    </p:spTree>
    <p:extLst>
      <p:ext uri="{BB962C8B-B14F-4D97-AF65-F5344CB8AC3E}">
        <p14:creationId xmlns:p14="http://schemas.microsoft.com/office/powerpoint/2010/main" val="1073111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1">
            <a:extLst>
              <a:ext uri="{FF2B5EF4-FFF2-40B4-BE49-F238E27FC236}">
                <a16:creationId xmlns:a16="http://schemas.microsoft.com/office/drawing/2014/main" id="{047AC7EF-1DBF-47A7-9C19-B5CE08D2332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2">
            <a:extLst>
              <a:ext uri="{FF2B5EF4-FFF2-40B4-BE49-F238E27FC236}">
                <a16:creationId xmlns:a16="http://schemas.microsoft.com/office/drawing/2014/main" id="{FD1C88F3-0E2A-4100-AE81-DC7185AE02AA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3">
            <a:extLst>
              <a:ext uri="{FF2B5EF4-FFF2-40B4-BE49-F238E27FC236}">
                <a16:creationId xmlns:a16="http://schemas.microsoft.com/office/drawing/2014/main" id="{636DC102-39EB-4D1D-BD83-AC879B14C96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4">
            <a:extLst>
              <a:ext uri="{FF2B5EF4-FFF2-40B4-BE49-F238E27FC236}">
                <a16:creationId xmlns:a16="http://schemas.microsoft.com/office/drawing/2014/main" id="{84CF8F05-0E32-4DB6-962C-3EBE1A24E79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5">
            <a:extLst>
              <a:ext uri="{FF2B5EF4-FFF2-40B4-BE49-F238E27FC236}">
                <a16:creationId xmlns:a16="http://schemas.microsoft.com/office/drawing/2014/main" id="{F5EA3DBF-1CF9-4B71-BACE-7772610E95AC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6">
            <a:extLst>
              <a:ext uri="{FF2B5EF4-FFF2-40B4-BE49-F238E27FC236}">
                <a16:creationId xmlns:a16="http://schemas.microsoft.com/office/drawing/2014/main" id="{1598D71B-6457-4AC8-B289-52647A4FE923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07">
            <a:extLst>
              <a:ext uri="{FF2B5EF4-FFF2-40B4-BE49-F238E27FC236}">
                <a16:creationId xmlns:a16="http://schemas.microsoft.com/office/drawing/2014/main" id="{82D58737-53A4-4D81-B0B3-6D0C28692662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08">
            <a:extLst>
              <a:ext uri="{FF2B5EF4-FFF2-40B4-BE49-F238E27FC236}">
                <a16:creationId xmlns:a16="http://schemas.microsoft.com/office/drawing/2014/main" id="{38356096-BD39-4187-BAF5-B3D1D9C75063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09">
            <a:extLst>
              <a:ext uri="{FF2B5EF4-FFF2-40B4-BE49-F238E27FC236}">
                <a16:creationId xmlns:a16="http://schemas.microsoft.com/office/drawing/2014/main" id="{1B4B7FD3-B58B-49C0-8ED9-82D1465128AB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生产构建、App 构建和微信小程序构建，全部核心目标通过；同时保留 Docker、Nginx 与健康检查配置。</a:t>
            </a:r>
          </a:p>
        </p:txBody>
      </p:sp>
      <p:sp>
        <p:nvSpPr>
          <p:cNvPr id="10" name="text-310">
            <a:extLst>
              <a:ext uri="{FF2B5EF4-FFF2-40B4-BE49-F238E27FC236}">
                <a16:creationId xmlns:a16="http://schemas.microsoft.com/office/drawing/2014/main" id="{F4EBE306-CCD3-48BB-B428-754F51711F1E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1">
            <a:extLst>
              <a:ext uri="{FF2B5EF4-FFF2-40B4-BE49-F238E27FC236}">
                <a16:creationId xmlns:a16="http://schemas.microsoft.com/office/drawing/2014/main" id="{CA787BC9-9067-4269-AA21-013C0E3AC417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130092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12">
            <a:extLst>
              <a:ext uri="{FF2B5EF4-FFF2-40B4-BE49-F238E27FC236}">
                <a16:creationId xmlns:a16="http://schemas.microsoft.com/office/drawing/2014/main" id="{55512196-BB09-4958-B1B6-19FFCDB5E5E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3">
            <a:extLst>
              <a:ext uri="{FF2B5EF4-FFF2-40B4-BE49-F238E27FC236}">
                <a16:creationId xmlns:a16="http://schemas.microsoft.com/office/drawing/2014/main" id="{467183AF-96CF-4068-B036-AECBEF253BBE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4">
            <a:extLst>
              <a:ext uri="{FF2B5EF4-FFF2-40B4-BE49-F238E27FC236}">
                <a16:creationId xmlns:a16="http://schemas.microsoft.com/office/drawing/2014/main" id="{07268245-DD2C-40FA-B972-E115EC1003E0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5">
            <a:extLst>
              <a:ext uri="{FF2B5EF4-FFF2-40B4-BE49-F238E27FC236}">
                <a16:creationId xmlns:a16="http://schemas.microsoft.com/office/drawing/2014/main" id="{144CADAD-5B3D-4665-AE47-26E2F3B7804E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6">
            <a:extLst>
              <a:ext uri="{FF2B5EF4-FFF2-40B4-BE49-F238E27FC236}">
                <a16:creationId xmlns:a16="http://schemas.microsoft.com/office/drawing/2014/main" id="{39DDCB6F-3B42-4D48-AEBF-FCD572E40B12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17">
            <a:extLst>
              <a:ext uri="{FF2B5EF4-FFF2-40B4-BE49-F238E27FC236}">
                <a16:creationId xmlns:a16="http://schemas.microsoft.com/office/drawing/2014/main" id="{56EEA403-FC04-40CE-ACE1-F1616E7DD933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18">
            <a:extLst>
              <a:ext uri="{FF2B5EF4-FFF2-40B4-BE49-F238E27FC236}">
                <a16:creationId xmlns:a16="http://schemas.microsoft.com/office/drawing/2014/main" id="{78724FCE-2442-43DE-AC9E-F8FB8F9A7D62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19">
            <a:extLst>
              <a:ext uri="{FF2B5EF4-FFF2-40B4-BE49-F238E27FC236}">
                <a16:creationId xmlns:a16="http://schemas.microsoft.com/office/drawing/2014/main" id="{00A0500B-943A-41F2-BE03-5E704C560FF7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0">
            <a:extLst>
              <a:ext uri="{FF2B5EF4-FFF2-40B4-BE49-F238E27FC236}">
                <a16:creationId xmlns:a16="http://schemas.microsoft.com/office/drawing/2014/main" id="{FBC7FCDD-9E50-4184-B298-5E2E6E1F5583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包体偏大；uni-app H5 缺入口文件。App 与小程序目标已通过，以上都已给出明确改进路径。</a:t>
            </a:r>
          </a:p>
        </p:txBody>
      </p:sp>
      <p:sp>
        <p:nvSpPr>
          <p:cNvPr id="10" name="text-321">
            <a:extLst>
              <a:ext uri="{FF2B5EF4-FFF2-40B4-BE49-F238E27FC236}">
                <a16:creationId xmlns:a16="http://schemas.microsoft.com/office/drawing/2014/main" id="{FF82864B-982F-4DA7-872A-93F165ECB5A2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2">
            <a:extLst>
              <a:ext uri="{FF2B5EF4-FFF2-40B4-BE49-F238E27FC236}">
                <a16:creationId xmlns:a16="http://schemas.microsoft.com/office/drawing/2014/main" id="{A09BEA75-1D49-4338-A73E-F90AC47792E6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先做消息与会议拆包、补 H5 与 CI；再接 Yjs 文档协同；最后补可观测性、离线队列与并发压测，用指标验证而不是继续堆页面。</a:t>
            </a:r>
          </a:p>
        </p:txBody>
      </p:sp>
    </p:spTree>
    <p:extLst>
      <p:ext uri="{BB962C8B-B14F-4D97-AF65-F5344CB8AC3E}">
        <p14:creationId xmlns:p14="http://schemas.microsoft.com/office/powerpoint/2010/main" val="10958697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DocSecurity>0</DocSecurity>
  <PresentationFormat>宽屏</PresentationFormat>
  <Paragraphs>245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以言 杜</cp:lastModifiedBy>
  <cp:revision>1</cp:revision>
  <dcterms:created xsi:type="dcterms:W3CDTF">2026-07-19T02:10:29Z</dcterms:created>
  <dcterms:modified xsi:type="dcterms:W3CDTF">2026-07-19T02:18:08Z</dcterms:modified>
</cp:coreProperties>
</file>