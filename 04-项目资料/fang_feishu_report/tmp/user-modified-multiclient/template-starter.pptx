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0c3a2964144cf9" /><Relationship Type="http://schemas.openxmlformats.org/officeDocument/2006/relationships/extended-properties" Target="/docProps/app.xml" Id="Ra9222c733e7f4323" /><Relationship Type="http://schemas.openxmlformats.org/officeDocument/2006/relationships/officeDocument" Target="/ppt/presentation.xml" Id="Rcb63ce4f384a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071da7190f419c"/>
  </p:sldMasterIdLst>
  <p:notesMasterIdLst>
    <p:notesMasterId xmlns:r="http://schemas.openxmlformats.org/officeDocument/2006/relationships" r:id="R613202cebade438d"/>
  </p:notesMasterIdLst>
  <p:sldIdLst>
    <p:sldId xmlns:r="http://schemas.openxmlformats.org/officeDocument/2006/relationships" id="256" r:id="R695d192da80844ea"/>
    <p:sldId xmlns:r="http://schemas.openxmlformats.org/officeDocument/2006/relationships" id="257" r:id="R8f18410f522b42fe"/>
    <p:sldId xmlns:r="http://schemas.openxmlformats.org/officeDocument/2006/relationships" id="258" r:id="R6dad6da1e0474b3b"/>
    <p:sldId xmlns:r="http://schemas.openxmlformats.org/officeDocument/2006/relationships" id="259" r:id="R03b2c74321794b78"/>
    <p:sldId xmlns:r="http://schemas.openxmlformats.org/officeDocument/2006/relationships" id="260" r:id="R3acd4430bf9240d4"/>
    <p:sldId xmlns:r="http://schemas.openxmlformats.org/officeDocument/2006/relationships" id="261" r:id="R08aa9ce4539a49f8"/>
    <p:sldId xmlns:r="http://schemas.openxmlformats.org/officeDocument/2006/relationships" id="262" r:id="R3cfbfd74bdbe46eb"/>
    <p:sldId xmlns:r="http://schemas.openxmlformats.org/officeDocument/2006/relationships" id="263" r:id="R1cfc3e3d86084ebd"/>
    <p:sldId xmlns:r="http://schemas.openxmlformats.org/officeDocument/2006/relationships" id="264" r:id="Rfe139208c517424b"/>
    <p:sldId xmlns:r="http://schemas.openxmlformats.org/officeDocument/2006/relationships" id="265" r:id="R1f01d66f0ed74be7"/>
    <p:sldId xmlns:r="http://schemas.openxmlformats.org/officeDocument/2006/relationships" id="266" r:id="R1fe21b722a8d48b1"/>
    <p:sldId xmlns:r="http://schemas.openxmlformats.org/officeDocument/2006/relationships" id="267" r:id="Raf9d279d790f460a"/>
    <p:sldId xmlns:r="http://schemas.openxmlformats.org/officeDocument/2006/relationships" id="268" r:id="R47fff0f3e92e41dd"/>
    <p:sldId xmlns:r="http://schemas.openxmlformats.org/officeDocument/2006/relationships" id="269" r:id="Rc0011e18c177440e"/>
    <p:sldId xmlns:r="http://schemas.openxmlformats.org/officeDocument/2006/relationships" id="270" r:id="Rae9684a54bb24e70"/>
    <p:sldId xmlns:r="http://schemas.openxmlformats.org/officeDocument/2006/relationships" id="271" r:id="Rf36eb3ee630a4e6e"/>
    <p:sldId xmlns:r="http://schemas.openxmlformats.org/officeDocument/2006/relationships" id="272" r:id="R8a44fb39fe204d2d"/>
    <p:sldId xmlns:r="http://schemas.openxmlformats.org/officeDocument/2006/relationships" id="273" r:id="Re59fbe061a8643e2"/>
    <p:sldId xmlns:r="http://schemas.openxmlformats.org/officeDocument/2006/relationships" id="274" r:id="R29ec377348844c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bc790508a4dd6" /><Relationship Type="http://schemas.openxmlformats.org/officeDocument/2006/relationships/slideMaster" Target="/ppt/slideMasters/slideMaster1.xml" Id="Ra3071da7190f419c" /><Relationship Type="http://schemas.openxmlformats.org/officeDocument/2006/relationships/notesMaster" Target="/ppt/notesMasters/notesMaster1.xml" Id="R613202cebade438d" /><Relationship Type="http://schemas.openxmlformats.org/officeDocument/2006/relationships/presProps" Target="/ppt/presProps.xml" Id="Rba26defefac64e30" /><Relationship Type="http://schemas.openxmlformats.org/officeDocument/2006/relationships/viewProps" Target="/ppt/viewProps.xml" Id="R6f4aaa9ede894b55" /><Relationship Type="http://schemas.openxmlformats.org/officeDocument/2006/relationships/tableStyles" Target="/ppt/tableStyles.xml" Id="R7e8ce0981b6741f7" /><Relationship Type="http://schemas.openxmlformats.org/officeDocument/2006/relationships/slide" Target="/ppt/slides/slide1.xml" Id="R695d192da80844ea" /><Relationship Type="http://schemas.openxmlformats.org/officeDocument/2006/relationships/slide" Target="/ppt/slides/slide2.xml" Id="R8f18410f522b42fe" /><Relationship Type="http://schemas.openxmlformats.org/officeDocument/2006/relationships/slide" Target="/ppt/slides/slide3.xml" Id="R6dad6da1e0474b3b" /><Relationship Type="http://schemas.openxmlformats.org/officeDocument/2006/relationships/slide" Target="/ppt/slides/slide4.xml" Id="R03b2c74321794b78" /><Relationship Type="http://schemas.openxmlformats.org/officeDocument/2006/relationships/slide" Target="/ppt/slides/slide5.xml" Id="R3acd4430bf9240d4" /><Relationship Type="http://schemas.openxmlformats.org/officeDocument/2006/relationships/slide" Target="/ppt/slides/slide6.xml" Id="R08aa9ce4539a49f8" /><Relationship Type="http://schemas.openxmlformats.org/officeDocument/2006/relationships/slide" Target="/ppt/slides/slide7.xml" Id="R3cfbfd74bdbe46eb" /><Relationship Type="http://schemas.openxmlformats.org/officeDocument/2006/relationships/slide" Target="/ppt/slides/slide8.xml" Id="R1cfc3e3d86084ebd" /><Relationship Type="http://schemas.openxmlformats.org/officeDocument/2006/relationships/slide" Target="/ppt/slides/slide9.xml" Id="Rfe139208c517424b" /><Relationship Type="http://schemas.openxmlformats.org/officeDocument/2006/relationships/slide" Target="/ppt/slides/slide10.xml" Id="R1f01d66f0ed74be7" /><Relationship Type="http://schemas.openxmlformats.org/officeDocument/2006/relationships/slide" Target="/ppt/slides/slide11.xml" Id="R1fe21b722a8d48b1" /><Relationship Type="http://schemas.openxmlformats.org/officeDocument/2006/relationships/slide" Target="/ppt/slides/slide12.xml" Id="Raf9d279d790f460a" /><Relationship Type="http://schemas.openxmlformats.org/officeDocument/2006/relationships/slide" Target="/ppt/slides/slide13.xml" Id="R47fff0f3e92e41dd" /><Relationship Type="http://schemas.openxmlformats.org/officeDocument/2006/relationships/slide" Target="/ppt/slides/slide14.xml" Id="Rc0011e18c177440e" /><Relationship Type="http://schemas.openxmlformats.org/officeDocument/2006/relationships/slide" Target="/ppt/slides/slide15.xml" Id="Rae9684a54bb24e70" /><Relationship Type="http://schemas.openxmlformats.org/officeDocument/2006/relationships/slide" Target="/ppt/slides/slide16.xml" Id="Rf36eb3ee630a4e6e" /><Relationship Type="http://schemas.openxmlformats.org/officeDocument/2006/relationships/slide" Target="/ppt/slides/slide17.xml" Id="R8a44fb39fe204d2d" /><Relationship Type="http://schemas.openxmlformats.org/officeDocument/2006/relationships/slide" Target="/ppt/slides/slide18.xml" Id="Re59fbe061a8643e2" /><Relationship Type="http://schemas.openxmlformats.org/officeDocument/2006/relationships/slide" Target="/ppt/slides/slide19.xml" Id="R29ec377348844c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c85f5f88e646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9611705934e97" /><Relationship Type="http://schemas.openxmlformats.org/officeDocument/2006/relationships/notesMaster" Target="/ppt/notesMasters/notesMaster1.xml" Id="Rfa4adcf8dd6642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1e633ea64437a" /><Relationship Type="http://schemas.openxmlformats.org/officeDocument/2006/relationships/notesMaster" Target="/ppt/notesMasters/notesMaster1.xml" Id="R1d8821e07da647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4137649476411a" /><Relationship Type="http://schemas.openxmlformats.org/officeDocument/2006/relationships/notesMaster" Target="/ppt/notesMasters/notesMaster1.xml" Id="R469c352f4f4841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9f17cb2d1f4e00" /><Relationship Type="http://schemas.openxmlformats.org/officeDocument/2006/relationships/notesMaster" Target="/ppt/notesMasters/notesMaster1.xml" Id="Re10da10804d646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689720b734406" /><Relationship Type="http://schemas.openxmlformats.org/officeDocument/2006/relationships/notesMaster" Target="/ppt/notesMasters/notesMaster1.xml" Id="R5e7d475c9c9046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cbced3bc743e6" /><Relationship Type="http://schemas.openxmlformats.org/officeDocument/2006/relationships/notesMaster" Target="/ppt/notesMasters/notesMaster1.xml" Id="Re10bbbc867224a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ec6045a5a440b7" /><Relationship Type="http://schemas.openxmlformats.org/officeDocument/2006/relationships/notesMaster" Target="/ppt/notesMasters/notesMaster1.xml" Id="R83a2ecddbb044f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44ee23539e47a3" /><Relationship Type="http://schemas.openxmlformats.org/officeDocument/2006/relationships/notesMaster" Target="/ppt/notesMasters/notesMaster1.xml" Id="R9320078b880d41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53994e885945f5" /><Relationship Type="http://schemas.openxmlformats.org/officeDocument/2006/relationships/notesMaster" Target="/ppt/notesMasters/notesMaster1.xml" Id="R5c9aa7fa750b47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fba34be5d4818" /><Relationship Type="http://schemas.openxmlformats.org/officeDocument/2006/relationships/notesMaster" Target="/ppt/notesMasters/notesMaster1.xml" Id="R46582c122ebd46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39c848cce14baf" /><Relationship Type="http://schemas.openxmlformats.org/officeDocument/2006/relationships/notesMaster" Target="/ppt/notesMasters/notesMaster1.xml" Id="Rd3ecb43e8a6a41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ba6fa3799740b7" /><Relationship Type="http://schemas.openxmlformats.org/officeDocument/2006/relationships/notesMaster" Target="/ppt/notesMasters/notesMaster1.xml" Id="R97dba52604ae41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6ef468a4214226" /><Relationship Type="http://schemas.openxmlformats.org/officeDocument/2006/relationships/notesMaster" Target="/ppt/notesMasters/notesMaster1.xml" Id="Rb453ba02e28244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4b00b1d7684bb4" /><Relationship Type="http://schemas.openxmlformats.org/officeDocument/2006/relationships/notesMaster" Target="/ppt/notesMasters/notesMaster1.xml" Id="R67a8259cc6cc49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08222d57c84bc7" /><Relationship Type="http://schemas.openxmlformats.org/officeDocument/2006/relationships/notesMaster" Target="/ppt/notesMasters/notesMaster1.xml" Id="R3cb53eac302a40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255ca801794487" /><Relationship Type="http://schemas.openxmlformats.org/officeDocument/2006/relationships/notesMaster" Target="/ppt/notesMasters/notesMaster1.xml" Id="Ra57f7140805948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3f64f302274ab0" /><Relationship Type="http://schemas.openxmlformats.org/officeDocument/2006/relationships/notesMaster" Target="/ppt/notesMasters/notesMaster1.xml" Id="R914e8aa7027d4c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878cf936724e86" /><Relationship Type="http://schemas.openxmlformats.org/officeDocument/2006/relationships/notesMaster" Target="/ppt/notesMasters/notesMaster1.xml" Id="R1d371b8ce69440b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7f3f61af694a6f" /><Relationship Type="http://schemas.openxmlformats.org/officeDocument/2006/relationships/notesMaster" Target="/ppt/notesMasters/notesMaster1.xml" Id="R683835b08a32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68f1937cc44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cda0419dab460e" /><Relationship Type="http://schemas.openxmlformats.org/officeDocument/2006/relationships/slideLayout" Target="/ppt/slideLayouts/slideLayout1.xml" Id="Rcc736edd4afd49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736edd4afd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c3317668040f3" /><Relationship Type="http://schemas.openxmlformats.org/officeDocument/2006/relationships/image" Target="/ppt/media/image.png" Id="R1526af3ce6214ddc" /><Relationship Type="http://schemas.openxmlformats.org/officeDocument/2006/relationships/notesSlide" Target="/ppt/notesSlides/notesSlide1.xml" Id="Reaf86ec246e542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8bb0e1894ba8" /><Relationship Type="http://schemas.openxmlformats.org/officeDocument/2006/relationships/notesSlide" Target="/ppt/notesSlides/notesSlide2.xml" Id="Rde9c47f5cdc3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bbf8339354f54" /><Relationship Type="http://schemas.openxmlformats.org/officeDocument/2006/relationships/notesSlide" Target="/ppt/notesSlides/notesSlide3.xml" Id="R36da71a7be1142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3214d7aba4748" /><Relationship Type="http://schemas.openxmlformats.org/officeDocument/2006/relationships/notesSlide" Target="/ppt/notesSlides/notesSlide4.xml" Id="R12d6239b981547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f3553d42b40e5" /><Relationship Type="http://schemas.openxmlformats.org/officeDocument/2006/relationships/image" Target="/ppt/media/image.png" Id="R5ec8cc11d13942f2" /><Relationship Type="http://schemas.openxmlformats.org/officeDocument/2006/relationships/notesSlide" Target="/ppt/notesSlides/notesSlide5.xml" Id="R7dbbf86890ce43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523ec79124308" /><Relationship Type="http://schemas.openxmlformats.org/officeDocument/2006/relationships/image" Target="/ppt/media/image2.png" Id="R6998e239000944de" /><Relationship Type="http://schemas.openxmlformats.org/officeDocument/2006/relationships/image" Target="/ppt/media/image3.png" Id="Rd735f913085a4cbf" /><Relationship Type="http://schemas.openxmlformats.org/officeDocument/2006/relationships/notesSlide" Target="/ppt/notesSlides/notesSlide6.xml" Id="R16b0980057d140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d0abf2be64359" /><Relationship Type="http://schemas.openxmlformats.org/officeDocument/2006/relationships/notesSlide" Target="/ppt/notesSlides/notesSlide7.xml" Id="Rd240645aeb4b49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d076ab9474287" /><Relationship Type="http://schemas.openxmlformats.org/officeDocument/2006/relationships/notesSlide" Target="/ppt/notesSlides/notesSlide8.xml" Id="R56a17d51b84942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748e22d0f4715" /><Relationship Type="http://schemas.openxmlformats.org/officeDocument/2006/relationships/notesSlide" Target="/ppt/notesSlides/notesSlide9.xml" Id="Rd2469ce0f8dc40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d6e5f773c41f3" /><Relationship Type="http://schemas.openxmlformats.org/officeDocument/2006/relationships/notesSlide" Target="/ppt/notesSlides/notesSlide10.xml" Id="Rfcee8ff03bb543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74e4808084e16" /><Relationship Type="http://schemas.openxmlformats.org/officeDocument/2006/relationships/notesSlide" Target="/ppt/notesSlides/notesSlide11.xml" Id="R40bbdfb7c56f42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410760a964423" /><Relationship Type="http://schemas.openxmlformats.org/officeDocument/2006/relationships/notesSlide" Target="/ppt/notesSlides/notesSlide12.xml" Id="R221d2c6d9a6c4e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d3028fbf7467b" /><Relationship Type="http://schemas.openxmlformats.org/officeDocument/2006/relationships/notesSlide" Target="/ppt/notesSlides/notesSlide13.xml" Id="Rb443b411925840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002af0400453f" /><Relationship Type="http://schemas.openxmlformats.org/officeDocument/2006/relationships/notesSlide" Target="/ppt/notesSlides/notesSlide14.xml" Id="R67b38ea7730a44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6b4a04cd247e1" /><Relationship Type="http://schemas.openxmlformats.org/officeDocument/2006/relationships/image" Target="/ppt/media/image2.png" Id="Rc536fe51a68a47d7" /><Relationship Type="http://schemas.openxmlformats.org/officeDocument/2006/relationships/image" Target="/ppt/media/image3.png" Id="R4d75efc08e9e4276" /><Relationship Type="http://schemas.openxmlformats.org/officeDocument/2006/relationships/notesSlide" Target="/ppt/notesSlides/notesSlide15.xml" Id="R16054a97d5be44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774a85f0d40db" /><Relationship Type="http://schemas.openxmlformats.org/officeDocument/2006/relationships/notesSlide" Target="/ppt/notesSlides/notesSlide16.xml" Id="R3ba68790f3f84c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983fa06bd4714" /><Relationship Type="http://schemas.openxmlformats.org/officeDocument/2006/relationships/notesSlide" Target="/ppt/notesSlides/notesSlide17.xml" Id="R6851423bbeb94f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48f48de384c92" /><Relationship Type="http://schemas.openxmlformats.org/officeDocument/2006/relationships/notesSlide" Target="/ppt/notesSlides/notesSlide18.xml" Id="Rfddad5ba11b94a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552f9d7b54e8b" /><Relationship Type="http://schemas.openxmlformats.org/officeDocument/2006/relationships/notesSlide" Target="/ppt/notesSlides/notesSlide19.xml" Id="R7c232d08f0e24b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-1">
            <a:extLst xmlns:a="http://schemas.openxmlformats.org/drawingml/2006/main">
              <a:ext uri="{FF2B5EF4-FFF2-40B4-BE49-F238E27FC236}">
                <a16:creationId xmlns:a16="http://schemas.microsoft.com/office/drawing/2014/main" id="{ADFEBF21-DDC9-4241-BEF2-845BC78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"/>
            <a:ext cx="5638800" cy="6134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C97E1B0-D186-4146-A61B-25C2765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4ACB942-33E8-4990-99B2-645ABA4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2197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7FCEA5C-15A0-454A-B230-4E01934B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20" name="rule-5"/>
          <p:cNvCxnSpPr/>
          <p:nvPr/>
        </p:nvCxnSpPr>
        <p:spPr>
          <a:xfrm xmlns:a="http://schemas.openxmlformats.org/drawingml/2006/main">
            <a:off x="400050" y="44767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A675216-A96E-4F23-96F0-C7022A13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第7组项目汇报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33BF560-0F69-4403-8218-54BFFF2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Desktop · Android · WeChat Mini Program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1CCBA2D-7004-498D-BA01-7FBB0D6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24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6af3ce6214ddc"/>
          <a:srcRect xmlns:a="http://schemas.openxmlformats.org/drawingml/2006/main" l="21388" t="0" r="21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95300"/>
            <a:ext cx="5372100" cy="5867400"/>
          </a:xfrm>
          <a:prstGeom xmlns:a="http://schemas.openxmlformats.org/drawingml/2006/main"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93852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9">
            <a:extLst xmlns:a="http://schemas.openxmlformats.org/drawingml/2006/main">
              <a:ext uri="{FF2B5EF4-FFF2-40B4-BE49-F238E27FC236}">
                <a16:creationId xmlns:a16="http://schemas.microsoft.com/office/drawing/2014/main" id="{20059F21-C1A0-4D42-8441-0266608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A46569D-8A71-450C-B450-FC2308C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64137E6E-0B6C-418A-8B48-C6BB7B60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C73DA58B-79F6-41CB-BEB0-9859880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490FBA61-5051-4D99-ACE7-E42D1CA5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FB5B0AE9-24E8-4CBA-B1E7-0F2E1325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8C85E213-A8E6-4519-A868-C0E9CE6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52" name="rule-16"/>
          <p:cNvCxnSpPr/>
          <p:nvPr/>
        </p:nvCxnSpPr>
        <p:spPr>
          <a:xfrm xmlns:a="http://schemas.openxmlformats.org/drawingml/2006/main">
            <a:off x="400050" y="247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8E61651B-ADDC-4D66-98AC-FE18DD8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781115DA-3121-41D6-A1D2-D477C50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8C166A0C-83F9-46AF-8647-CD9463D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56" name="rule-20"/>
          <p:cNvCxnSpPr/>
          <p:nvPr/>
        </p:nvCxnSpPr>
        <p:spPr>
          <a:xfrm xmlns:a="http://schemas.openxmlformats.org/drawingml/2006/main">
            <a:off x="3048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DB046FBC-C0CD-481E-892F-83A3CE7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77B8D58C-013C-4261-8A27-F34DF30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7F6F4F07-3E62-499E-AA50-AA30098D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60" name="rule-24"/>
          <p:cNvCxnSpPr/>
          <p:nvPr/>
        </p:nvCxnSpPr>
        <p:spPr>
          <a:xfrm xmlns:a="http://schemas.openxmlformats.org/drawingml/2006/main">
            <a:off x="59055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44707414-3E85-4186-8CCE-4386D6A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1B8BB2DA-0140-410C-ADE6-7DC5832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NATIVE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2C527D0C-012A-458E-9EA3-B9573BA5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Compose
Debug APK 构建通过</a:t>
            </a:r>
          </a:p>
        </p:txBody>
      </p:sp>
      <p:cxnSp>
        <p:nvCxnSpPr>
          <p:cNvPr id="64" name="rule-28"/>
          <p:cNvCxnSpPr/>
          <p:nvPr/>
        </p:nvCxnSpPr>
        <p:spPr>
          <a:xfrm xmlns:a="http://schemas.openxmlformats.org/drawingml/2006/main">
            <a:off x="8763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C5CF89B5-8A58-430E-9D7D-977F60F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4C723C3C-6D20-4576-BFFA-742F06E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E4EF640C-66F3-4E37-A884-5F76D58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391032CC-592C-4613-A8DD-C118E54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176630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3">
            <a:extLst xmlns:a="http://schemas.openxmlformats.org/drawingml/2006/main">
              <a:ext uri="{FF2B5EF4-FFF2-40B4-BE49-F238E27FC236}">
                <a16:creationId xmlns:a16="http://schemas.microsoft.com/office/drawing/2014/main" id="{C06F610A-B17E-47F0-B47D-50FE948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F9088A57-2CF4-47F1-A989-8B6BBEAE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0B7CBEA3-824C-498C-A913-56888890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55" name="rule-36"/>
          <p:cNvCxnSpPr/>
          <p:nvPr/>
        </p:nvCxnSpPr>
        <p:spPr>
          <a:xfrm xmlns:a="http://schemas.openxmlformats.org/drawingml/2006/main">
            <a:off x="2381250" y="19431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56" name="rule-37"/>
          <p:cNvCxnSpPr/>
          <p:nvPr/>
        </p:nvCxnSpPr>
        <p:spPr>
          <a:xfrm xmlns:a="http://schemas.openxmlformats.org/drawingml/2006/main">
            <a:off x="2381250" y="28003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57" name="rule-38"/>
          <p:cNvCxnSpPr/>
          <p:nvPr/>
        </p:nvCxnSpPr>
        <p:spPr>
          <a:xfrm xmlns:a="http://schemas.openxmlformats.org/drawingml/2006/main">
            <a:off x="2381250" y="36576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58" name="rule-39"/>
          <p:cNvCxnSpPr/>
          <p:nvPr/>
        </p:nvCxnSpPr>
        <p:spPr>
          <a:xfrm xmlns:a="http://schemas.openxmlformats.org/drawingml/2006/main">
            <a:off x="2381250" y="45148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59" name="rule-40"/>
          <p:cNvCxnSpPr/>
          <p:nvPr/>
        </p:nvCxnSpPr>
        <p:spPr>
          <a:xfrm xmlns:a="http://schemas.openxmlformats.org/drawingml/2006/main">
            <a:off x="7219950" y="28003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60" name="rule-41"/>
          <p:cNvCxnSpPr/>
          <p:nvPr/>
        </p:nvCxnSpPr>
        <p:spPr>
          <a:xfrm xmlns:a="http://schemas.openxmlformats.org/drawingml/2006/main">
            <a:off x="7219950" y="365760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61" name="rule-42"/>
          <p:cNvCxnSpPr/>
          <p:nvPr/>
        </p:nvCxnSpPr>
        <p:spPr>
          <a:xfrm xmlns:a="http://schemas.openxmlformats.org/drawingml/2006/main">
            <a:off x="7219950" y="45148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 xmlns:a="http://schemas.openxmlformats.org/drawingml/2006/main">
              <a:ext uri="{FF2B5EF4-FFF2-40B4-BE49-F238E27FC236}">
                <a16:creationId xmlns:a16="http://schemas.microsoft.com/office/drawing/2014/main" id="{85E0E9DB-5F0E-430E-A385-C1B355D8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 xmlns:a="http://schemas.openxmlformats.org/drawingml/2006/main">
              <a:ext uri="{FF2B5EF4-FFF2-40B4-BE49-F238E27FC236}">
                <a16:creationId xmlns:a16="http://schemas.microsoft.com/office/drawing/2014/main" id="{18AF81BA-3C20-4340-A90B-260EB28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 xmlns:a="http://schemas.openxmlformats.org/drawingml/2006/main">
              <a:ext uri="{FF2B5EF4-FFF2-40B4-BE49-F238E27FC236}">
                <a16:creationId xmlns:a16="http://schemas.microsoft.com/office/drawing/2014/main" id="{24BCCF99-951D-40BF-ACA5-169777B1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 xmlns:a="http://schemas.openxmlformats.org/drawingml/2006/main">
              <a:ext uri="{FF2B5EF4-FFF2-40B4-BE49-F238E27FC236}">
                <a16:creationId xmlns:a16="http://schemas.microsoft.com/office/drawing/2014/main" id="{55CEDBE1-2C4C-4E77-8059-F4139AF2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 xmlns:a="http://schemas.openxmlformats.org/drawingml/2006/main">
              <a:ext uri="{FF2B5EF4-FFF2-40B4-BE49-F238E27FC236}">
                <a16:creationId xmlns:a16="http://schemas.microsoft.com/office/drawing/2014/main" id="{31080D66-5D88-49D1-A1E6-76A6DC6B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FE473579-AA44-4A72-9913-FFE7AAD0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0193B609-93FA-4892-9AAE-2DDF40B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CA607AA7-DE29-4D74-A666-26B305AA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19" name="rect-51">
            <a:extLst xmlns:a="http://schemas.openxmlformats.org/drawingml/2006/main">
              <a:ext uri="{FF2B5EF4-FFF2-40B4-BE49-F238E27FC236}">
                <a16:creationId xmlns:a16="http://schemas.microsoft.com/office/drawing/2014/main" id="{50D2E89C-1075-48DE-BC7D-EA2EEF17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57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7D9B651C-9539-49CD-B2B8-FC8989B5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72" name="rule-53"/>
          <p:cNvCxnSpPr/>
          <p:nvPr/>
        </p:nvCxnSpPr>
        <p:spPr>
          <a:xfrm xmlns:a="http://schemas.openxmlformats.org/drawingml/2006/main">
            <a:off x="5505450" y="3009900"/>
            <a:ext cx="1371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33AEFA92-7146-495A-89E9-8158DEA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81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B81EAE9B-B245-47D8-AC90-13C3444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152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 xmlns:a="http://schemas.openxmlformats.org/drawingml/2006/main">
              <a:ext uri="{FF2B5EF4-FFF2-40B4-BE49-F238E27FC236}">
                <a16:creationId xmlns:a16="http://schemas.microsoft.com/office/drawing/2014/main" id="{B42D52A1-64AA-40A4-8828-CF4B6FE4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 xmlns:a="http://schemas.openxmlformats.org/drawingml/2006/main">
              <a:ext uri="{FF2B5EF4-FFF2-40B4-BE49-F238E27FC236}">
                <a16:creationId xmlns:a16="http://schemas.microsoft.com/office/drawing/2014/main" id="{D7C8F596-17E3-4B7D-B9C3-9CB451DF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 xmlns:a="http://schemas.openxmlformats.org/drawingml/2006/main">
              <a:ext uri="{FF2B5EF4-FFF2-40B4-BE49-F238E27FC236}">
                <a16:creationId xmlns:a16="http://schemas.microsoft.com/office/drawing/2014/main" id="{EA64EFE1-6B85-45F8-B400-76BED11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 xmlns:a="http://schemas.openxmlformats.org/drawingml/2006/main">
              <a:ext uri="{FF2B5EF4-FFF2-40B4-BE49-F238E27FC236}">
                <a16:creationId xmlns:a16="http://schemas.microsoft.com/office/drawing/2014/main" id="{92B43B45-D1F0-46BF-AA0C-4508785F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 xmlns:a="http://schemas.openxmlformats.org/drawingml/2006/main">
              <a:ext uri="{FF2B5EF4-FFF2-40B4-BE49-F238E27FC236}">
                <a16:creationId xmlns:a16="http://schemas.microsoft.com/office/drawing/2014/main" id="{D557BEC2-5DD8-424A-8CD3-4AACC373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 xmlns:a="http://schemas.openxmlformats.org/drawingml/2006/main">
              <a:ext uri="{FF2B5EF4-FFF2-40B4-BE49-F238E27FC236}">
                <a16:creationId xmlns:a16="http://schemas.microsoft.com/office/drawing/2014/main" id="{9145AD62-EEDF-45A0-8C79-4EEBD0F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/ Agora · 实时</a:t>
            </a:r>
          </a:p>
        </p:txBody>
      </p:sp>
      <p:sp>
        <p:nvSpPr>
          <p:cNvPr id="30" name="text-62">
            <a:extLst xmlns:a="http://schemas.openxmlformats.org/drawingml/2006/main">
              <a:ext uri="{FF2B5EF4-FFF2-40B4-BE49-F238E27FC236}">
                <a16:creationId xmlns:a16="http://schemas.microsoft.com/office/drawing/2014/main" id="{CABFA5B0-0ADB-49CC-AE02-67370CC0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1157727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7FBEAE61-0AF7-4AF6-8B98-6DD2743D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340D08BE-B1F2-4F5E-A456-DEDE0C0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B12BBDFE-FC56-4C15-9165-A6D4A2A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30" name="rule-66"/>
          <p:cNvCxnSpPr/>
          <p:nvPr/>
        </p:nvCxnSpPr>
        <p:spPr>
          <a:xfrm xmlns:a="http://schemas.openxmlformats.org/drawingml/2006/main">
            <a:off x="30289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31" name="rule-67"/>
          <p:cNvCxnSpPr/>
          <p:nvPr/>
        </p:nvCxnSpPr>
        <p:spPr>
          <a:xfrm xmlns:a="http://schemas.openxmlformats.org/drawingml/2006/main">
            <a:off x="59245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32" name="rule-68"/>
          <p:cNvCxnSpPr/>
          <p:nvPr/>
        </p:nvCxnSpPr>
        <p:spPr>
          <a:xfrm xmlns:a="http://schemas.openxmlformats.org/drawingml/2006/main">
            <a:off x="88201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EBC48678-3FBA-4AF2-A8D6-31F5F4C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371B69D8-8E0F-4B49-B523-9382D5B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6F811067-EA22-48DC-8BD7-62646842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B0658D6C-5736-4AF1-8623-DD3BABC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 xmlns:a="http://schemas.openxmlformats.org/drawingml/2006/main">
              <a:ext uri="{FF2B5EF4-FFF2-40B4-BE49-F238E27FC236}">
                <a16:creationId xmlns:a16="http://schemas.microsoft.com/office/drawing/2014/main" id="{2AE8CA5A-1C38-4553-BD9B-6B14DD3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7A631E24-0955-4D53-8A5E-8942BA1D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52636340-F690-4432-9900-B488B107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C84BE10B-8275-4C0A-BF7E-ACC7704E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 xmlns:a="http://schemas.openxmlformats.org/drawingml/2006/main">
              <a:ext uri="{FF2B5EF4-FFF2-40B4-BE49-F238E27FC236}">
                <a16:creationId xmlns:a16="http://schemas.microsoft.com/office/drawing/2014/main" id="{62C23422-8359-4406-AE4D-0CCEECFA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1792A147-70D5-4193-9024-C7C792B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B1315E84-EC77-470A-B2E1-8DE2543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88ACEFC6-EB07-4535-8F3B-2889EE31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 xmlns:a="http://schemas.openxmlformats.org/drawingml/2006/main">
              <a:ext uri="{FF2B5EF4-FFF2-40B4-BE49-F238E27FC236}">
                <a16:creationId xmlns:a16="http://schemas.microsoft.com/office/drawing/2014/main" id="{2933B288-3E6F-4A50-AE17-DE3A29E1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82">
            <a:extLst xmlns:a="http://schemas.openxmlformats.org/drawingml/2006/main">
              <a:ext uri="{FF2B5EF4-FFF2-40B4-BE49-F238E27FC236}">
                <a16:creationId xmlns:a16="http://schemas.microsoft.com/office/drawing/2014/main" id="{62B4D4AC-8BB9-4CD7-B491-9FA8448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743854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3E358A26-BAE0-49EA-9231-117298E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6682547C-4693-402C-B4BE-D151CCA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C08DF485-E783-461C-AD17-D4463E58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 xmlns:a="http://schemas.openxmlformats.org/drawingml/2006/main">
              <a:ext uri="{FF2B5EF4-FFF2-40B4-BE49-F238E27FC236}">
                <a16:creationId xmlns:a16="http://schemas.microsoft.com/office/drawing/2014/main" id="{50830CBA-8BD5-4FA3-A40B-EDA5F31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8676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1AF40F04-226A-4350-AE75-BCAE3B2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C0CA38C4-827E-49FA-BC53-C9C656C2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762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27" name="rule-89"/>
          <p:cNvCxnSpPr/>
          <p:nvPr/>
        </p:nvCxnSpPr>
        <p:spPr>
          <a:xfrm xmlns:a="http://schemas.openxmlformats.org/drawingml/2006/main">
            <a:off x="8705850" y="2800350"/>
            <a:ext cx="2762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715A4AB1-EB65-4875-9DAA-89369DB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0811D796-92C3-4F86-B575-4E9E2BE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7622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 xmlns:a="http://schemas.openxmlformats.org/drawingml/2006/main">
              <a:ext uri="{FF2B5EF4-FFF2-40B4-BE49-F238E27FC236}">
                <a16:creationId xmlns:a16="http://schemas.microsoft.com/office/drawing/2014/main" id="{CBF954AC-1000-4C72-A231-96BA15F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3">
            <a:extLst xmlns:a="http://schemas.openxmlformats.org/drawingml/2006/main">
              <a:ext uri="{FF2B5EF4-FFF2-40B4-BE49-F238E27FC236}">
                <a16:creationId xmlns:a16="http://schemas.microsoft.com/office/drawing/2014/main" id="{5198FDA6-3EE9-42D2-8FCC-EE397F2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32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8cc11d13942f2"/>
          <a:stretch xmlns:a="http://schemas.openxmlformats.org/drawingml/2006/main"/>
        </p:blipFill>
        <p:spPr>
          <a:xfrm xmlns:a="http://schemas.openxmlformats.org/drawingml/2006/main">
            <a:off x="630555" y="1314450"/>
            <a:ext cx="740664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1784402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8e239000944de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5f913085a4cbf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03">
            <a:extLst xmlns:a="http://schemas.openxmlformats.org/drawingml/2006/main">
              <a:ext uri="{FF2B5EF4-FFF2-40B4-BE49-F238E27FC236}">
                <a16:creationId xmlns:a16="http://schemas.microsoft.com/office/drawing/2014/main" id="{C43911A1-5FD7-4224-8651-9D8993F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端侧技术按场景分工，共享同一套 API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B4B5A27D-1271-40EC-A0FE-1E0CC58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47DDBB6F-8371-4F30-8B2B-008FFFF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 xmlns:a="http://schemas.openxmlformats.org/drawingml/2006/main">
              <a:ext uri="{FF2B5EF4-FFF2-40B4-BE49-F238E27FC236}">
                <a16:creationId xmlns:a16="http://schemas.microsoft.com/office/drawing/2014/main" id="{8D3BFB00-1532-42BB-8B61-0639E81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 xmlns:a="http://schemas.openxmlformats.org/drawingml/2006/main">
              <a:ext uri="{FF2B5EF4-FFF2-40B4-BE49-F238E27FC236}">
                <a16:creationId xmlns:a16="http://schemas.microsoft.com/office/drawing/2014/main" id="{F077D911-0C4A-4A8F-840D-C602E4D2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3AF6F196-F8CA-4B8D-AD88-09EBAD5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B98D8DE2-1757-48AE-BB32-73473185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Electron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2DAC1B5A-1856-4CA1-BAC9-88B44772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191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rect-111">
            <a:extLst xmlns:a="http://schemas.openxmlformats.org/drawingml/2006/main">
              <a:ext uri="{FF2B5EF4-FFF2-40B4-BE49-F238E27FC236}">
                <a16:creationId xmlns:a16="http://schemas.microsoft.com/office/drawing/2014/main" id="{DAB41A87-FCC9-481B-A2E3-4131BCBF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39F4B9C9-6A99-4FE8-B79A-27E388C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384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微信小程序：uni-app 独立实现 · 生产构建通过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D699AD76-A981-4221-B76F-09240CE9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2" name="text-114">
            <a:extLst xmlns:a="http://schemas.openxmlformats.org/drawingml/2006/main">
              <a:ext uri="{FF2B5EF4-FFF2-40B4-BE49-F238E27FC236}">
                <a16:creationId xmlns:a16="http://schemas.microsoft.com/office/drawing/2014/main" id="{6366FCAA-0044-4D19-8163-D77EAA0C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28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Jetpack Compose</a:t>
            </a:r>
          </a:p>
        </p:txBody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AAEF5ABD-5812-410E-893A-90AE7C5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286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AppViewModel / StateFlow 状态驱动
• Retrofit / OkHttp 对接 REST
• SignalR 接收实时消息
• Agora RTC 视频会议</a:t>
            </a:r>
          </a:p>
        </p:txBody>
      </p:sp>
      <p:sp>
        <p:nvSpPr>
          <p:cNvPr id="14" name="rect-116">
            <a:extLst xmlns:a="http://schemas.openxmlformats.org/drawingml/2006/main">
              <a:ext uri="{FF2B5EF4-FFF2-40B4-BE49-F238E27FC236}">
                <a16:creationId xmlns:a16="http://schemas.microsoft.com/office/drawing/2014/main" id="{38401086-0767-45C8-8DCB-60CFE2E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36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17">
            <a:extLst xmlns:a="http://schemas.openxmlformats.org/drawingml/2006/main">
              <a:ext uri="{FF2B5EF4-FFF2-40B4-BE49-F238E27FC236}">
                <a16:creationId xmlns:a16="http://schemas.microsoft.com/office/drawing/2014/main" id="{7E9AE6BA-B0D0-4304-BA33-FA91FDA1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401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DataStore 会话 · Coil 图片 · 61 个 Compose 标记</a:t>
            </a:r>
          </a:p>
        </p:txBody>
      </p:sp>
      <p:sp>
        <p:nvSpPr>
          <p:cNvPr id="16" name="rect-118">
            <a:extLst xmlns:a="http://schemas.openxmlformats.org/drawingml/2006/main">
              <a:ext uri="{FF2B5EF4-FFF2-40B4-BE49-F238E27FC236}">
                <a16:creationId xmlns:a16="http://schemas.microsoft.com/office/drawing/2014/main" id="{12BBA73F-7E86-4550-8AF2-24A3385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19">
            <a:extLst xmlns:a="http://schemas.openxmlformats.org/drawingml/2006/main">
              <a:ext uri="{FF2B5EF4-FFF2-40B4-BE49-F238E27FC236}">
                <a16:creationId xmlns:a16="http://schemas.microsoft.com/office/drawing/2014/main" id="{CC3FC96F-5550-4957-9C3B-138AECC6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24225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6593799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20">
            <a:extLst xmlns:a="http://schemas.openxmlformats.org/drawingml/2006/main">
              <a:ext uri="{FF2B5EF4-FFF2-40B4-BE49-F238E27FC236}">
                <a16:creationId xmlns:a16="http://schemas.microsoft.com/office/drawing/2014/main" id="{A1DDDD2C-43B2-4F82-83E6-B438E40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B7AA881D-897D-4A59-9AD7-9EDF922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B55FBDF6-45EA-451A-AD30-902844F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130D1294-FBC1-4CC2-AD92-138F09B6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FD358020-F2D6-4B96-96CA-B587F9C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573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DE2021E6-A68D-4BED-ACAD-ACF846B1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6D082E4C-67A6-4FAF-8B8D-306F47C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5730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40" name="rule-127"/>
          <p:cNvCxnSpPr/>
          <p:nvPr/>
        </p:nvCxnSpPr>
        <p:spPr>
          <a:xfrm xmlns:a="http://schemas.openxmlformats.org/drawingml/2006/main">
            <a:off x="400050" y="1885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504F09C3-9475-4004-A3C3-F52B88E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22F38D72-53D4-4292-86D0-7E8DF61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43" name="rule-130"/>
          <p:cNvCxnSpPr/>
          <p:nvPr/>
        </p:nvCxnSpPr>
        <p:spPr>
          <a:xfrm xmlns:a="http://schemas.openxmlformats.org/drawingml/2006/main">
            <a:off x="40005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0A8D4B69-FF29-49CF-A61E-0B66FE7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32">
            <a:extLst xmlns:a="http://schemas.openxmlformats.org/drawingml/2006/main">
              <a:ext uri="{FF2B5EF4-FFF2-40B4-BE49-F238E27FC236}">
                <a16:creationId xmlns:a16="http://schemas.microsoft.com/office/drawing/2014/main" id="{09DCA67E-EE65-4797-B8BD-0FB776E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46" name="rule-133"/>
          <p:cNvCxnSpPr/>
          <p:nvPr/>
        </p:nvCxnSpPr>
        <p:spPr>
          <a:xfrm xmlns:a="http://schemas.openxmlformats.org/drawingml/2006/main">
            <a:off x="80010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5" name="text-134">
            <a:extLst xmlns:a="http://schemas.openxmlformats.org/drawingml/2006/main">
              <a:ext uri="{FF2B5EF4-FFF2-40B4-BE49-F238E27FC236}">
                <a16:creationId xmlns:a16="http://schemas.microsoft.com/office/drawing/2014/main" id="{422C5F4E-502E-41C2-8A7A-5860695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5">
            <a:extLst xmlns:a="http://schemas.openxmlformats.org/drawingml/2006/main">
              <a:ext uri="{FF2B5EF4-FFF2-40B4-BE49-F238E27FC236}">
                <a16:creationId xmlns:a16="http://schemas.microsoft.com/office/drawing/2014/main" id="{4E37CA22-660F-44E4-8DA3-BB6B93B5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6">
            <a:extLst xmlns:a="http://schemas.openxmlformats.org/drawingml/2006/main">
              <a:ext uri="{FF2B5EF4-FFF2-40B4-BE49-F238E27FC236}">
                <a16:creationId xmlns:a16="http://schemas.microsoft.com/office/drawing/2014/main" id="{D71F2F36-D2D2-4591-A7EB-B74C695C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37">
            <a:extLst xmlns:a="http://schemas.openxmlformats.org/drawingml/2006/main">
              <a:ext uri="{FF2B5EF4-FFF2-40B4-BE49-F238E27FC236}">
                <a16:creationId xmlns:a16="http://schemas.microsoft.com/office/drawing/2014/main" id="{0EF7407B-BC08-4BC6-9D18-D3AE0CD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1347162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8">
            <a:extLst xmlns:a="http://schemas.openxmlformats.org/drawingml/2006/main">
              <a:ext uri="{FF2B5EF4-FFF2-40B4-BE49-F238E27FC236}">
                <a16:creationId xmlns:a16="http://schemas.microsoft.com/office/drawing/2014/main" id="{4D54D58A-9F55-40EB-AC9D-00A8A57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54C1EA4C-0F8C-463E-95C2-DAB65DD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40">
            <a:extLst xmlns:a="http://schemas.openxmlformats.org/drawingml/2006/main">
              <a:ext uri="{FF2B5EF4-FFF2-40B4-BE49-F238E27FC236}">
                <a16:creationId xmlns:a16="http://schemas.microsoft.com/office/drawing/2014/main" id="{7A88E79F-36D9-405C-92BC-9E74282A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41" name="rule-141"/>
          <p:cNvCxnSpPr/>
          <p:nvPr/>
        </p:nvCxnSpPr>
        <p:spPr>
          <a:xfrm xmlns:a="http://schemas.openxmlformats.org/drawingml/2006/main">
            <a:off x="11430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42" name="rule-142"/>
          <p:cNvCxnSpPr/>
          <p:nvPr/>
        </p:nvCxnSpPr>
        <p:spPr>
          <a:xfrm xmlns:a="http://schemas.openxmlformats.org/drawingml/2006/main">
            <a:off x="371475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43" name="rule-143"/>
          <p:cNvCxnSpPr/>
          <p:nvPr/>
        </p:nvCxnSpPr>
        <p:spPr>
          <a:xfrm xmlns:a="http://schemas.openxmlformats.org/drawingml/2006/main">
            <a:off x="62865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44" name="rule-144"/>
          <p:cNvCxnSpPr/>
          <p:nvPr/>
        </p:nvCxnSpPr>
        <p:spPr>
          <a:xfrm xmlns:a="http://schemas.openxmlformats.org/drawingml/2006/main">
            <a:off x="8858250" y="2971800"/>
            <a:ext cx="2000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8" name="rect-145">
            <a:extLst xmlns:a="http://schemas.openxmlformats.org/drawingml/2006/main">
              <a:ext uri="{FF2B5EF4-FFF2-40B4-BE49-F238E27FC236}">
                <a16:creationId xmlns:a16="http://schemas.microsoft.com/office/drawing/2014/main" id="{BA8E7D6E-C052-4415-AE8C-E3E1114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146">
            <a:extLst xmlns:a="http://schemas.openxmlformats.org/drawingml/2006/main">
              <a:ext uri="{FF2B5EF4-FFF2-40B4-BE49-F238E27FC236}">
                <a16:creationId xmlns:a16="http://schemas.microsoft.com/office/drawing/2014/main" id="{77792408-A014-4BEE-8F77-4DF99FD6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147">
            <a:extLst xmlns:a="http://schemas.openxmlformats.org/drawingml/2006/main">
              <a:ext uri="{FF2B5EF4-FFF2-40B4-BE49-F238E27FC236}">
                <a16:creationId xmlns:a16="http://schemas.microsoft.com/office/drawing/2014/main" id="{9B484783-513B-4F67-86E4-0350C32B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-148">
            <a:extLst xmlns:a="http://schemas.openxmlformats.org/drawingml/2006/main">
              <a:ext uri="{FF2B5EF4-FFF2-40B4-BE49-F238E27FC236}">
                <a16:creationId xmlns:a16="http://schemas.microsoft.com/office/drawing/2014/main" id="{035D6B91-DC19-4E60-9979-C241AB5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-149">
            <a:extLst xmlns:a="http://schemas.openxmlformats.org/drawingml/2006/main">
              <a:ext uri="{FF2B5EF4-FFF2-40B4-BE49-F238E27FC236}">
                <a16:creationId xmlns:a16="http://schemas.microsoft.com/office/drawing/2014/main" id="{294DF3F5-2DD3-4B1F-A5BB-F3FC602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40D04E24-FC53-4FB4-97B3-241AF3F4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99C19F09-D7A8-42AC-B768-4D184C90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0BF70C99-1EAD-4BB0-BD2B-2F72664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3">
            <a:extLst xmlns:a="http://schemas.openxmlformats.org/drawingml/2006/main">
              <a:ext uri="{FF2B5EF4-FFF2-40B4-BE49-F238E27FC236}">
                <a16:creationId xmlns:a16="http://schemas.microsoft.com/office/drawing/2014/main" id="{752300B8-384F-4C63-9A23-F33701BE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13DDEC70-72D7-4D85-980B-C8EB1F8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4EB3F2E2-7948-4DFD-B51A-FB189B95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FAE070BA-8CCB-446F-A418-8E61B0E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FCC22F76-D7C1-4611-859A-F680B4A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217219EF-B91C-4A9A-B4B5-3A72604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A2C1CC72-48A0-49CC-8C2F-B6DBF44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B8C4ACDD-AFF1-4402-8E1D-F1270420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61">
            <a:extLst xmlns:a="http://schemas.openxmlformats.org/drawingml/2006/main">
              <a:ext uri="{FF2B5EF4-FFF2-40B4-BE49-F238E27FC236}">
                <a16:creationId xmlns:a16="http://schemas.microsoft.com/office/drawing/2014/main" id="{46A99290-2543-481B-83B0-8C77008F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62">
            <a:extLst xmlns:a="http://schemas.openxmlformats.org/drawingml/2006/main">
              <a:ext uri="{FF2B5EF4-FFF2-40B4-BE49-F238E27FC236}">
                <a16:creationId xmlns:a16="http://schemas.microsoft.com/office/drawing/2014/main" id="{E218ED44-10CE-4EA7-B1CE-205D620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E344E30B-31AE-4976-B835-86106B1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6BC1B0DE-51DF-4B7B-AE8A-ACF27DF3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76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5">
            <a:extLst xmlns:a="http://schemas.openxmlformats.org/drawingml/2006/main">
              <a:ext uri="{FF2B5EF4-FFF2-40B4-BE49-F238E27FC236}">
                <a16:creationId xmlns:a16="http://schemas.microsoft.com/office/drawing/2014/main" id="{2AEC4FF1-83BA-4868-A74F-201FB67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5A926A03-BDF6-4B89-AEB5-61F5185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7E49DA53-FD06-4F70-88B6-5591F65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321265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68">
            <a:extLst xmlns:a="http://schemas.openxmlformats.org/drawingml/2006/main">
              <a:ext uri="{FF2B5EF4-FFF2-40B4-BE49-F238E27FC236}">
                <a16:creationId xmlns:a16="http://schemas.microsoft.com/office/drawing/2014/main" id="{D4611955-D17A-4819-BCEF-457FD74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9">
            <a:extLst xmlns:a="http://schemas.openxmlformats.org/drawingml/2006/main">
              <a:ext uri="{FF2B5EF4-FFF2-40B4-BE49-F238E27FC236}">
                <a16:creationId xmlns:a16="http://schemas.microsoft.com/office/drawing/2014/main" id="{10828BBB-D08E-4DED-B7A1-92739ED2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70">
            <a:extLst xmlns:a="http://schemas.openxmlformats.org/drawingml/2006/main">
              <a:ext uri="{FF2B5EF4-FFF2-40B4-BE49-F238E27FC236}">
                <a16:creationId xmlns:a16="http://schemas.microsoft.com/office/drawing/2014/main" id="{1FA7A268-8DD9-4613-B2D0-0734A062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71">
            <a:extLst xmlns:a="http://schemas.openxmlformats.org/drawingml/2006/main">
              <a:ext uri="{FF2B5EF4-FFF2-40B4-BE49-F238E27FC236}">
                <a16:creationId xmlns:a16="http://schemas.microsoft.com/office/drawing/2014/main" id="{A4EAC4F8-8278-4626-B4C3-B983A8D4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086C97FA-283C-494C-9C6D-16AEDF3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3">
            <a:extLst xmlns:a="http://schemas.openxmlformats.org/drawingml/2006/main">
              <a:ext uri="{FF2B5EF4-FFF2-40B4-BE49-F238E27FC236}">
                <a16:creationId xmlns:a16="http://schemas.microsoft.com/office/drawing/2014/main" id="{3DD90DA7-FBDE-43EA-9DF4-53AA124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81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42" name="rule-174"/>
          <p:cNvCxnSpPr/>
          <p:nvPr/>
        </p:nvCxnSpPr>
        <p:spPr>
          <a:xfrm xmlns:a="http://schemas.openxmlformats.org/drawingml/2006/main">
            <a:off x="30289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175">
            <a:extLst xmlns:a="http://schemas.openxmlformats.org/drawingml/2006/main">
              <a:ext uri="{FF2B5EF4-FFF2-40B4-BE49-F238E27FC236}">
                <a16:creationId xmlns:a16="http://schemas.microsoft.com/office/drawing/2014/main" id="{7E1FC66E-DD40-45CD-BA9A-60F4B9FD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6">
            <a:extLst xmlns:a="http://schemas.openxmlformats.org/drawingml/2006/main">
              <a:ext uri="{FF2B5EF4-FFF2-40B4-BE49-F238E27FC236}">
                <a16:creationId xmlns:a16="http://schemas.microsoft.com/office/drawing/2014/main" id="{F20C066F-B9B3-4A6E-BF99-6F3B134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7">
            <a:extLst xmlns:a="http://schemas.openxmlformats.org/drawingml/2006/main">
              <a:ext uri="{FF2B5EF4-FFF2-40B4-BE49-F238E27FC236}">
                <a16:creationId xmlns:a16="http://schemas.microsoft.com/office/drawing/2014/main" id="{377ED72E-163D-4482-934A-2030C96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46" name="rule-178"/>
          <p:cNvCxnSpPr/>
          <p:nvPr/>
        </p:nvCxnSpPr>
        <p:spPr>
          <a:xfrm xmlns:a="http://schemas.openxmlformats.org/drawingml/2006/main">
            <a:off x="59245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79">
            <a:extLst xmlns:a="http://schemas.openxmlformats.org/drawingml/2006/main">
              <a:ext uri="{FF2B5EF4-FFF2-40B4-BE49-F238E27FC236}">
                <a16:creationId xmlns:a16="http://schemas.microsoft.com/office/drawing/2014/main" id="{DB6F799E-1377-48C1-A589-C9E6C33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80">
            <a:extLst xmlns:a="http://schemas.openxmlformats.org/drawingml/2006/main">
              <a:ext uri="{FF2B5EF4-FFF2-40B4-BE49-F238E27FC236}">
                <a16:creationId xmlns:a16="http://schemas.microsoft.com/office/drawing/2014/main" id="{E68B5A64-91D7-4540-854A-5D138166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81">
            <a:extLst xmlns:a="http://schemas.openxmlformats.org/drawingml/2006/main">
              <a:ext uri="{FF2B5EF4-FFF2-40B4-BE49-F238E27FC236}">
                <a16:creationId xmlns:a16="http://schemas.microsoft.com/office/drawing/2014/main" id="{6C620AD9-DA54-423C-82FA-BD359B9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50" name="rule-182"/>
          <p:cNvCxnSpPr/>
          <p:nvPr/>
        </p:nvCxnSpPr>
        <p:spPr>
          <a:xfrm xmlns:a="http://schemas.openxmlformats.org/drawingml/2006/main">
            <a:off x="88201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183">
            <a:extLst xmlns:a="http://schemas.openxmlformats.org/drawingml/2006/main">
              <a:ext uri="{FF2B5EF4-FFF2-40B4-BE49-F238E27FC236}">
                <a16:creationId xmlns:a16="http://schemas.microsoft.com/office/drawing/2014/main" id="{C717D05B-E048-458C-BE9B-7B9ABBD9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4">
            <a:extLst xmlns:a="http://schemas.openxmlformats.org/drawingml/2006/main">
              <a:ext uri="{FF2B5EF4-FFF2-40B4-BE49-F238E27FC236}">
                <a16:creationId xmlns:a16="http://schemas.microsoft.com/office/drawing/2014/main" id="{B3B7A997-E2AB-4156-93E1-B78EF17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5">
            <a:extLst xmlns:a="http://schemas.openxmlformats.org/drawingml/2006/main">
              <a:ext uri="{FF2B5EF4-FFF2-40B4-BE49-F238E27FC236}">
                <a16:creationId xmlns:a16="http://schemas.microsoft.com/office/drawing/2014/main" id="{515FBD4C-14CE-4024-8F50-8213705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6">
            <a:extLst xmlns:a="http://schemas.openxmlformats.org/drawingml/2006/main">
              <a:ext uri="{FF2B5EF4-FFF2-40B4-BE49-F238E27FC236}">
                <a16:creationId xmlns:a16="http://schemas.microsoft.com/office/drawing/2014/main" id="{5F3282BD-5C26-4480-827C-1001F4E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7">
            <a:extLst xmlns:a="http://schemas.openxmlformats.org/drawingml/2006/main">
              <a:ext uri="{FF2B5EF4-FFF2-40B4-BE49-F238E27FC236}">
                <a16:creationId xmlns:a16="http://schemas.microsoft.com/office/drawing/2014/main" id="{72A2CCD8-02C4-4906-A039-CEDDC47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3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4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267313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88">
            <a:extLst xmlns:a="http://schemas.openxmlformats.org/drawingml/2006/main">
              <a:ext uri="{FF2B5EF4-FFF2-40B4-BE49-F238E27FC236}">
                <a16:creationId xmlns:a16="http://schemas.microsoft.com/office/drawing/2014/main" id="{B9E04D99-EB89-4EE8-8A73-DAB11AA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9">
            <a:extLst xmlns:a="http://schemas.openxmlformats.org/drawingml/2006/main">
              <a:ext uri="{FF2B5EF4-FFF2-40B4-BE49-F238E27FC236}">
                <a16:creationId xmlns:a16="http://schemas.microsoft.com/office/drawing/2014/main" id="{76042355-289B-4BE5-B7A5-D0072EA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90">
            <a:extLst xmlns:a="http://schemas.openxmlformats.org/drawingml/2006/main">
              <a:ext uri="{FF2B5EF4-FFF2-40B4-BE49-F238E27FC236}">
                <a16:creationId xmlns:a16="http://schemas.microsoft.com/office/drawing/2014/main" id="{CC29A62C-B64F-4289-88AF-663A6B3D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42" name="rule-191"/>
          <p:cNvCxnSpPr/>
          <p:nvPr/>
        </p:nvCxnSpPr>
        <p:spPr>
          <a:xfrm xmlns:a="http://schemas.openxmlformats.org/drawingml/2006/main">
            <a:off x="2667000" y="2895600"/>
            <a:ext cx="1638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43" name="rule-192"/>
          <p:cNvCxnSpPr/>
          <p:nvPr/>
        </p:nvCxnSpPr>
        <p:spPr>
          <a:xfrm xmlns:a="http://schemas.openxmlformats.org/drawingml/2006/main">
            <a:off x="6667500" y="24955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44" name="rule-193"/>
          <p:cNvCxnSpPr/>
          <p:nvPr/>
        </p:nvCxnSpPr>
        <p:spPr>
          <a:xfrm xmlns:a="http://schemas.openxmlformats.org/drawingml/2006/main">
            <a:off x="6667500" y="37147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7" name="rect-194">
            <a:extLst xmlns:a="http://schemas.openxmlformats.org/drawingml/2006/main">
              <a:ext uri="{FF2B5EF4-FFF2-40B4-BE49-F238E27FC236}">
                <a16:creationId xmlns:a16="http://schemas.microsoft.com/office/drawing/2014/main" id="{5533296B-C31E-4DC8-8EDB-866B89A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8" name="text-195">
            <a:extLst xmlns:a="http://schemas.openxmlformats.org/drawingml/2006/main">
              <a:ext uri="{FF2B5EF4-FFF2-40B4-BE49-F238E27FC236}">
                <a16:creationId xmlns:a16="http://schemas.microsoft.com/office/drawing/2014/main" id="{7F66FC1E-8347-4107-A654-D7D28A61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6">
            <a:extLst xmlns:a="http://schemas.openxmlformats.org/drawingml/2006/main">
              <a:ext uri="{FF2B5EF4-FFF2-40B4-BE49-F238E27FC236}">
                <a16:creationId xmlns:a16="http://schemas.microsoft.com/office/drawing/2014/main" id="{34ECA9B0-45EA-4CD9-ABAC-218B2CD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7">
            <a:extLst xmlns:a="http://schemas.openxmlformats.org/drawingml/2006/main">
              <a:ext uri="{FF2B5EF4-FFF2-40B4-BE49-F238E27FC236}">
                <a16:creationId xmlns:a16="http://schemas.microsoft.com/office/drawing/2014/main" id="{7CE0B4EE-7AE5-438D-8C8B-EF1426EA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11" name="text-198">
            <a:extLst xmlns:a="http://schemas.openxmlformats.org/drawingml/2006/main">
              <a:ext uri="{FF2B5EF4-FFF2-40B4-BE49-F238E27FC236}">
                <a16:creationId xmlns:a16="http://schemas.microsoft.com/office/drawing/2014/main" id="{258D5391-2B95-4A24-B903-662322B9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50" name="rule-199"/>
          <p:cNvCxnSpPr/>
          <p:nvPr/>
        </p:nvCxnSpPr>
        <p:spPr>
          <a:xfrm xmlns:a="http://schemas.openxmlformats.org/drawingml/2006/main">
            <a:off x="4705350" y="2895600"/>
            <a:ext cx="15621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3" name="text-200">
            <a:extLst xmlns:a="http://schemas.openxmlformats.org/drawingml/2006/main">
              <a:ext uri="{FF2B5EF4-FFF2-40B4-BE49-F238E27FC236}">
                <a16:creationId xmlns:a16="http://schemas.microsoft.com/office/drawing/2014/main" id="{68FCEA0B-6C73-4ACE-8CBE-06A28F5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8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201">
            <a:extLst xmlns:a="http://schemas.openxmlformats.org/drawingml/2006/main">
              <a:ext uri="{FF2B5EF4-FFF2-40B4-BE49-F238E27FC236}">
                <a16:creationId xmlns:a16="http://schemas.microsoft.com/office/drawing/2014/main" id="{6BC10A63-D37C-400A-BF62-6FB86AAA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202">
            <a:extLst xmlns:a="http://schemas.openxmlformats.org/drawingml/2006/main">
              <a:ext uri="{FF2B5EF4-FFF2-40B4-BE49-F238E27FC236}">
                <a16:creationId xmlns:a16="http://schemas.microsoft.com/office/drawing/2014/main" id="{2D36F7DC-5B66-41B6-9BEF-01FCC79A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ext-203">
            <a:extLst xmlns:a="http://schemas.openxmlformats.org/drawingml/2006/main">
              <a:ext uri="{FF2B5EF4-FFF2-40B4-BE49-F238E27FC236}">
                <a16:creationId xmlns:a16="http://schemas.microsoft.com/office/drawing/2014/main" id="{6D411AC7-7126-4934-B291-242A1F8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4">
            <a:extLst xmlns:a="http://schemas.openxmlformats.org/drawingml/2006/main">
              <a:ext uri="{FF2B5EF4-FFF2-40B4-BE49-F238E27FC236}">
                <a16:creationId xmlns:a16="http://schemas.microsoft.com/office/drawing/2014/main" id="{EB87578F-8601-4E74-9313-AD89ED3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5">
            <a:extLst xmlns:a="http://schemas.openxmlformats.org/drawingml/2006/main">
              <a:ext uri="{FF2B5EF4-FFF2-40B4-BE49-F238E27FC236}">
                <a16:creationId xmlns:a16="http://schemas.microsoft.com/office/drawing/2014/main" id="{2925E67C-CC8F-474F-925B-60F99E0F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text-206">
            <a:extLst xmlns:a="http://schemas.openxmlformats.org/drawingml/2006/main">
              <a:ext uri="{FF2B5EF4-FFF2-40B4-BE49-F238E27FC236}">
                <a16:creationId xmlns:a16="http://schemas.microsoft.com/office/drawing/2014/main" id="{067B3B3F-273F-428B-B72F-ABDE57BB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7">
            <a:extLst xmlns:a="http://schemas.openxmlformats.org/drawingml/2006/main">
              <a:ext uri="{FF2B5EF4-FFF2-40B4-BE49-F238E27FC236}">
                <a16:creationId xmlns:a16="http://schemas.microsoft.com/office/drawing/2014/main" id="{36E2E248-617C-41ED-8DD5-B2F0DC7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8">
            <a:extLst xmlns:a="http://schemas.openxmlformats.org/drawingml/2006/main">
              <a:ext uri="{FF2B5EF4-FFF2-40B4-BE49-F238E27FC236}">
                <a16:creationId xmlns:a16="http://schemas.microsoft.com/office/drawing/2014/main" id="{E2AD0114-A2D1-4A87-9564-C03AB4F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text-209">
            <a:extLst xmlns:a="http://schemas.openxmlformats.org/drawingml/2006/main">
              <a:ext uri="{FF2B5EF4-FFF2-40B4-BE49-F238E27FC236}">
                <a16:creationId xmlns:a16="http://schemas.microsoft.com/office/drawing/2014/main" id="{7DD4A101-0FE0-46D5-B808-65F1567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10">
            <a:extLst xmlns:a="http://schemas.openxmlformats.org/drawingml/2006/main">
              <a:ext uri="{FF2B5EF4-FFF2-40B4-BE49-F238E27FC236}">
                <a16:creationId xmlns:a16="http://schemas.microsoft.com/office/drawing/2014/main" id="{0E7E06E2-0730-4E47-8134-FD50F05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11">
            <a:extLst xmlns:a="http://schemas.openxmlformats.org/drawingml/2006/main">
              <a:ext uri="{FF2B5EF4-FFF2-40B4-BE49-F238E27FC236}">
                <a16:creationId xmlns:a16="http://schemas.microsoft.com/office/drawing/2014/main" id="{E5E0A421-9151-492A-8FE0-E960892C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12">
            <a:extLst xmlns:a="http://schemas.openxmlformats.org/drawingml/2006/main">
              <a:ext uri="{FF2B5EF4-FFF2-40B4-BE49-F238E27FC236}">
                <a16:creationId xmlns:a16="http://schemas.microsoft.com/office/drawing/2014/main" id="{2D172268-EAA3-4C20-8E6E-186567BC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3">
            <a:extLst xmlns:a="http://schemas.openxmlformats.org/drawingml/2006/main">
              <a:ext uri="{FF2B5EF4-FFF2-40B4-BE49-F238E27FC236}">
                <a16:creationId xmlns:a16="http://schemas.microsoft.com/office/drawing/2014/main" id="{260C0012-3881-4EA0-B038-DC86A83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6000948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14">
            <a:extLst xmlns:a="http://schemas.openxmlformats.org/drawingml/2006/main">
              <a:ext uri="{FF2B5EF4-FFF2-40B4-BE49-F238E27FC236}">
                <a16:creationId xmlns:a16="http://schemas.microsoft.com/office/drawing/2014/main" id="{18BB0E8D-0790-495F-8F82-BA433E8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5">
            <a:extLst xmlns:a="http://schemas.openxmlformats.org/drawingml/2006/main">
              <a:ext uri="{FF2B5EF4-FFF2-40B4-BE49-F238E27FC236}">
                <a16:creationId xmlns:a16="http://schemas.microsoft.com/office/drawing/2014/main" id="{E538C51B-853A-4EC7-A33E-1CE5F2C7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Gradle / uni-app 构建输出</a:t>
            </a:r>
          </a:p>
        </p:txBody>
      </p:sp>
      <p:sp>
        <p:nvSpPr>
          <p:cNvPr id="3" name="text-216">
            <a:extLst xmlns:a="http://schemas.openxmlformats.org/drawingml/2006/main">
              <a:ext uri="{FF2B5EF4-FFF2-40B4-BE49-F238E27FC236}">
                <a16:creationId xmlns:a16="http://schemas.microsoft.com/office/drawing/2014/main" id="{91588E79-51F2-40A2-85B2-1BD453C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7">
            <a:extLst xmlns:a="http://schemas.openxmlformats.org/drawingml/2006/main">
              <a:ext uri="{FF2B5EF4-FFF2-40B4-BE49-F238E27FC236}">
                <a16:creationId xmlns:a16="http://schemas.microsoft.com/office/drawing/2014/main" id="{B655B7BE-B7E7-4465-8D30-754CA55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8">
            <a:extLst xmlns:a="http://schemas.openxmlformats.org/drawingml/2006/main">
              <a:ext uri="{FF2B5EF4-FFF2-40B4-BE49-F238E27FC236}">
                <a16:creationId xmlns:a16="http://schemas.microsoft.com/office/drawing/2014/main" id="{09BFBCD1-6C11-4598-8177-49D39D4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-219">
            <a:extLst xmlns:a="http://schemas.openxmlformats.org/drawingml/2006/main">
              <a:ext uri="{FF2B5EF4-FFF2-40B4-BE49-F238E27FC236}">
                <a16:creationId xmlns:a16="http://schemas.microsoft.com/office/drawing/2014/main" id="{EF7B2AAE-662A-4980-B45B-DF3DCEE2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-220">
            <a:extLst xmlns:a="http://schemas.openxmlformats.org/drawingml/2006/main">
              <a:ext uri="{FF2B5EF4-FFF2-40B4-BE49-F238E27FC236}">
                <a16:creationId xmlns:a16="http://schemas.microsoft.com/office/drawing/2014/main" id="{D9E1971D-0400-44B6-96A7-DC980E2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221">
            <a:extLst xmlns:a="http://schemas.openxmlformats.org/drawingml/2006/main">
              <a:ext uri="{FF2B5EF4-FFF2-40B4-BE49-F238E27FC236}">
                <a16:creationId xmlns:a16="http://schemas.microsoft.com/office/drawing/2014/main" id="{A5B0E154-CD94-4816-A3A9-CFE76D0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22">
            <a:extLst xmlns:a="http://schemas.openxmlformats.org/drawingml/2006/main">
              <a:ext uri="{FF2B5EF4-FFF2-40B4-BE49-F238E27FC236}">
                <a16:creationId xmlns:a16="http://schemas.microsoft.com/office/drawing/2014/main" id="{011D1E00-015F-4840-BDE9-87CF54D0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3">
            <a:extLst xmlns:a="http://schemas.openxmlformats.org/drawingml/2006/main">
              <a:ext uri="{FF2B5EF4-FFF2-40B4-BE49-F238E27FC236}">
                <a16:creationId xmlns:a16="http://schemas.microsoft.com/office/drawing/2014/main" id="{C3A5CE7C-2450-4C58-8DBD-90F5299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4">
            <a:extLst xmlns:a="http://schemas.openxmlformats.org/drawingml/2006/main">
              <a:ext uri="{FF2B5EF4-FFF2-40B4-BE49-F238E27FC236}">
                <a16:creationId xmlns:a16="http://schemas.microsoft.com/office/drawing/2014/main" id="{79DB76A3-6728-4593-8196-7A828C02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5">
            <a:extLst xmlns:a="http://schemas.openxmlformats.org/drawingml/2006/main">
              <a:ext uri="{FF2B5EF4-FFF2-40B4-BE49-F238E27FC236}">
                <a16:creationId xmlns:a16="http://schemas.microsoft.com/office/drawing/2014/main" id="{55F3A0B7-9B32-4C88-8FD8-9DF1C24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6">
            <a:extLst xmlns:a="http://schemas.openxmlformats.org/drawingml/2006/main">
              <a:ext uri="{FF2B5EF4-FFF2-40B4-BE49-F238E27FC236}">
                <a16:creationId xmlns:a16="http://schemas.microsoft.com/office/drawing/2014/main" id="{C3096A4A-6D7B-4503-B871-30B3829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7">
            <a:extLst xmlns:a="http://schemas.openxmlformats.org/drawingml/2006/main">
              <a:ext uri="{FF2B5EF4-FFF2-40B4-BE49-F238E27FC236}">
                <a16:creationId xmlns:a16="http://schemas.microsoft.com/office/drawing/2014/main" id="{216FA259-C2F3-4FB8-9E2B-F5A5A555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8">
            <a:extLst xmlns:a="http://schemas.openxmlformats.org/drawingml/2006/main">
              <a:ext uri="{FF2B5EF4-FFF2-40B4-BE49-F238E27FC236}">
                <a16:creationId xmlns:a16="http://schemas.microsoft.com/office/drawing/2014/main" id="{1941847E-39A4-40D0-987D-2CB21D0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9">
            <a:extLst xmlns:a="http://schemas.openxmlformats.org/drawingml/2006/main">
              <a:ext uri="{FF2B5EF4-FFF2-40B4-BE49-F238E27FC236}">
                <a16:creationId xmlns:a16="http://schemas.microsoft.com/office/drawing/2014/main" id="{E858906D-0469-4803-9F40-6EE13329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端侧目标构建</a:t>
            </a:r>
          </a:p>
        </p:txBody>
      </p:sp>
      <p:sp>
        <p:nvSpPr>
          <p:cNvPr id="17" name="text-230">
            <a:extLst xmlns:a="http://schemas.openxmlformats.org/drawingml/2006/main">
              <a:ext uri="{FF2B5EF4-FFF2-40B4-BE49-F238E27FC236}">
                <a16:creationId xmlns:a16="http://schemas.microsoft.com/office/drawing/2014/main" id="{FAE5E010-438B-462C-9128-406BDBE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assembleDebug
微信小程序通过</a:t>
            </a:r>
          </a:p>
        </p:txBody>
      </p:sp>
      <p:sp>
        <p:nvSpPr>
          <p:cNvPr id="18" name="text-231">
            <a:extLst xmlns:a="http://schemas.openxmlformats.org/drawingml/2006/main">
              <a:ext uri="{FF2B5EF4-FFF2-40B4-BE49-F238E27FC236}">
                <a16:creationId xmlns:a16="http://schemas.microsoft.com/office/drawing/2014/main" id="{F0D4B5E5-303B-47EB-B2CC-FB00FFF9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32">
            <a:extLst xmlns:a="http://schemas.openxmlformats.org/drawingml/2006/main">
              <a:ext uri="{FF2B5EF4-FFF2-40B4-BE49-F238E27FC236}">
                <a16:creationId xmlns:a16="http://schemas.microsoft.com/office/drawing/2014/main" id="{3C3F0B85-89AD-4007-8BCE-BAE4F7E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3">
            <a:extLst xmlns:a="http://schemas.openxmlformats.org/drawingml/2006/main">
              <a:ext uri="{FF2B5EF4-FFF2-40B4-BE49-F238E27FC236}">
                <a16:creationId xmlns:a16="http://schemas.microsoft.com/office/drawing/2014/main" id="{B74D5262-2425-4FEE-9F52-4D1FC6E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4">
            <a:extLst xmlns:a="http://schemas.openxmlformats.org/drawingml/2006/main">
              <a:ext uri="{FF2B5EF4-FFF2-40B4-BE49-F238E27FC236}">
                <a16:creationId xmlns:a16="http://schemas.microsoft.com/office/drawing/2014/main" id="{80C7BD1D-729A-46B0-899C-491B3587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已知边界：Android 单元测试任务存在测试类加载失败；Web Messages 构建块约 1.64 MB。</a:t>
            </a:r>
          </a:p>
        </p:txBody>
      </p:sp>
    </p:spTree>
    <p:extLst>
      <p:ext uri="{BB962C8B-B14F-4D97-AF65-F5344CB8AC3E}">
        <p14:creationId xmlns:p14="http://schemas.microsoft.com/office/powerpoint/2010/main" val="1674231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35">
            <a:extLst xmlns:a="http://schemas.openxmlformats.org/drawingml/2006/main">
              <a:ext uri="{FF2B5EF4-FFF2-40B4-BE49-F238E27FC236}">
                <a16:creationId xmlns:a16="http://schemas.microsoft.com/office/drawing/2014/main" id="{5982B2A4-4506-4E7C-BC56-30F19EC6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6">
            <a:extLst xmlns:a="http://schemas.openxmlformats.org/drawingml/2006/main">
              <a:ext uri="{FF2B5EF4-FFF2-40B4-BE49-F238E27FC236}">
                <a16:creationId xmlns:a16="http://schemas.microsoft.com/office/drawing/2014/main" id="{0EB241EE-2DD7-4773-A780-3027ABDE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7">
            <a:extLst xmlns:a="http://schemas.openxmlformats.org/drawingml/2006/main">
              <a:ext uri="{FF2B5EF4-FFF2-40B4-BE49-F238E27FC236}">
                <a16:creationId xmlns:a16="http://schemas.microsoft.com/office/drawing/2014/main" id="{A204A7A9-5748-4E22-B0F6-F652749A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8">
            <a:extLst xmlns:a="http://schemas.openxmlformats.org/drawingml/2006/main">
              <a:ext uri="{FF2B5EF4-FFF2-40B4-BE49-F238E27FC236}">
                <a16:creationId xmlns:a16="http://schemas.microsoft.com/office/drawing/2014/main" id="{B635B86C-72A1-4A4E-9E78-11BAE33D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39">
            <a:extLst xmlns:a="http://schemas.openxmlformats.org/drawingml/2006/main">
              <a:ext uri="{FF2B5EF4-FFF2-40B4-BE49-F238E27FC236}">
                <a16:creationId xmlns:a16="http://schemas.microsoft.com/office/drawing/2014/main" id="{ADC31170-66C1-4594-96CE-A1EF1AE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40">
            <a:extLst xmlns:a="http://schemas.openxmlformats.org/drawingml/2006/main">
              <a:ext uri="{FF2B5EF4-FFF2-40B4-BE49-F238E27FC236}">
                <a16:creationId xmlns:a16="http://schemas.microsoft.com/office/drawing/2014/main" id="{58173930-542A-4144-92ED-8C37A06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790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拆任务 · 定接口 · 控进度 · Review · 联调兜底 · 汇报闭环</a:t>
            </a:r>
          </a:p>
        </p:txBody>
      </p:sp>
      <p:cxnSp>
        <p:nvCxnSpPr>
          <p:cNvPr id="58" name="rule-241"/>
          <p:cNvCxnSpPr/>
          <p:nvPr/>
        </p:nvCxnSpPr>
        <p:spPr>
          <a:xfrm xmlns:a="http://schemas.openxmlformats.org/drawingml/2006/main">
            <a:off x="400050" y="23812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242">
            <a:extLst xmlns:a="http://schemas.openxmlformats.org/drawingml/2006/main">
              <a:ext uri="{FF2B5EF4-FFF2-40B4-BE49-F238E27FC236}">
                <a16:creationId xmlns:a16="http://schemas.microsoft.com/office/drawing/2014/main" id="{292C68F7-2A89-411A-99EF-8BA5D3A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汪炜康</a:t>
            </a:r>
          </a:p>
        </p:txBody>
      </p:sp>
      <p:sp>
        <p:nvSpPr>
          <p:cNvPr id="9" name="text-243">
            <a:extLst xmlns:a="http://schemas.openxmlformats.org/drawingml/2006/main">
              <a:ext uri="{FF2B5EF4-FFF2-40B4-BE49-F238E27FC236}">
                <a16:creationId xmlns:a16="http://schemas.microsoft.com/office/drawing/2014/main" id="{D49DCA10-6D8B-4E5E-BCDD-FA4B916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前端负责人</a:t>
            </a:r>
          </a:p>
        </p:txBody>
      </p:sp>
      <p:sp>
        <p:nvSpPr>
          <p:cNvPr id="10" name="text-244">
            <a:extLst xmlns:a="http://schemas.openxmlformats.org/drawingml/2006/main">
              <a:ext uri="{FF2B5EF4-FFF2-40B4-BE49-F238E27FC236}">
                <a16:creationId xmlns:a16="http://schemas.microsoft.com/office/drawing/2014/main" id="{3EB0852B-05E3-4874-88B3-4051CE2D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框架、登录权限、主布局、管理后台</a:t>
            </a:r>
          </a:p>
        </p:txBody>
      </p:sp>
      <p:cxnSp>
        <p:nvCxnSpPr>
          <p:cNvPr id="62" name="rule-245"/>
          <p:cNvCxnSpPr/>
          <p:nvPr/>
        </p:nvCxnSpPr>
        <p:spPr>
          <a:xfrm xmlns:a="http://schemas.openxmlformats.org/drawingml/2006/main">
            <a:off x="27432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246">
            <a:extLst xmlns:a="http://schemas.openxmlformats.org/drawingml/2006/main">
              <a:ext uri="{FF2B5EF4-FFF2-40B4-BE49-F238E27FC236}">
                <a16:creationId xmlns:a16="http://schemas.microsoft.com/office/drawing/2014/main" id="{3623759F-9353-4337-A4E3-12C30AD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黄美琪</a:t>
            </a:r>
          </a:p>
        </p:txBody>
      </p:sp>
      <p:sp>
        <p:nvSpPr>
          <p:cNvPr id="13" name="text-247">
            <a:extLst xmlns:a="http://schemas.openxmlformats.org/drawingml/2006/main">
              <a:ext uri="{FF2B5EF4-FFF2-40B4-BE49-F238E27FC236}">
                <a16:creationId xmlns:a16="http://schemas.microsoft.com/office/drawing/2014/main" id="{C9406CE0-83B2-46AA-98B6-055081C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前端业务</a:t>
            </a:r>
          </a:p>
        </p:txBody>
      </p:sp>
      <p:sp>
        <p:nvSpPr>
          <p:cNvPr id="14" name="text-248">
            <a:extLst xmlns:a="http://schemas.openxmlformats.org/drawingml/2006/main">
              <a:ext uri="{FF2B5EF4-FFF2-40B4-BE49-F238E27FC236}">
                <a16:creationId xmlns:a16="http://schemas.microsoft.com/office/drawing/2014/main" id="{8F59E8E7-3CE2-4F62-B380-FFD79D6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IM、文档、云盘、日历、审批页面</a:t>
            </a:r>
          </a:p>
        </p:txBody>
      </p:sp>
      <p:cxnSp>
        <p:nvCxnSpPr>
          <p:cNvPr id="66" name="rule-249"/>
          <p:cNvCxnSpPr/>
          <p:nvPr/>
        </p:nvCxnSpPr>
        <p:spPr>
          <a:xfrm xmlns:a="http://schemas.openxmlformats.org/drawingml/2006/main">
            <a:off x="535305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50">
            <a:extLst xmlns:a="http://schemas.openxmlformats.org/drawingml/2006/main">
              <a:ext uri="{FF2B5EF4-FFF2-40B4-BE49-F238E27FC236}">
                <a16:creationId xmlns:a16="http://schemas.microsoft.com/office/drawing/2014/main" id="{0052CF49-8D1A-40B9-99E5-8A33DD2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吴</a:t>
            </a:r>
            <a:r>
              <a:t>松青</a:t>
            </a:r>
          </a:p>
        </p:txBody>
      </p:sp>
      <p:sp>
        <p:nvSpPr>
          <p:cNvPr id="17" name="text-251">
            <a:extLst xmlns:a="http://schemas.openxmlformats.org/drawingml/2006/main">
              <a:ext uri="{FF2B5EF4-FFF2-40B4-BE49-F238E27FC236}">
                <a16:creationId xmlns:a16="http://schemas.microsoft.com/office/drawing/2014/main" id="{44779297-0F1F-4E70-903C-3F5AB74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52">
            <a:extLst xmlns:a="http://schemas.openxmlformats.org/drawingml/2006/main">
              <a:ext uri="{FF2B5EF4-FFF2-40B4-BE49-F238E27FC236}">
                <a16:creationId xmlns:a16="http://schemas.microsoft.com/office/drawing/2014/main" id="{EF6352DB-3237-4165-A540-6BDECFF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业务接口、数据模型、SignalR 逻辑</a:t>
            </a:r>
          </a:p>
        </p:txBody>
      </p:sp>
      <p:cxnSp>
        <p:nvCxnSpPr>
          <p:cNvPr id="70" name="rule-253"/>
          <p:cNvCxnSpPr/>
          <p:nvPr/>
        </p:nvCxnSpPr>
        <p:spPr>
          <a:xfrm xmlns:a="http://schemas.openxmlformats.org/drawingml/2006/main">
            <a:off x="79629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0" name="text-254">
            <a:extLst xmlns:a="http://schemas.openxmlformats.org/drawingml/2006/main">
              <a:ext uri="{FF2B5EF4-FFF2-40B4-BE49-F238E27FC236}">
                <a16:creationId xmlns:a16="http://schemas.microsoft.com/office/drawing/2014/main" id="{54CED43D-6C37-47EE-B281-FA754F0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E</a:t>
            </a:r>
          </a:p>
        </p:txBody>
      </p:sp>
      <p:sp>
        <p:nvSpPr>
          <p:cNvPr id="21" name="text-255">
            <a:extLst xmlns:a="http://schemas.openxmlformats.org/drawingml/2006/main">
              <a:ext uri="{FF2B5EF4-FFF2-40B4-BE49-F238E27FC236}">
                <a16:creationId xmlns:a16="http://schemas.microsoft.com/office/drawing/2014/main" id="{D4BA427F-5FD7-4650-9993-C33328B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6">
            <a:extLst xmlns:a="http://schemas.openxmlformats.org/drawingml/2006/main">
              <a:ext uri="{FF2B5EF4-FFF2-40B4-BE49-F238E27FC236}">
                <a16:creationId xmlns:a16="http://schemas.microsoft.com/office/drawing/2014/main" id="{89E2BBCF-9D9F-476C-A2FA-AEF84D81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74" name="rule-257"/>
          <p:cNvCxnSpPr/>
          <p:nvPr/>
        </p:nvCxnSpPr>
        <p:spPr>
          <a:xfrm xmlns:a="http://schemas.openxmlformats.org/drawingml/2006/main">
            <a:off x="99060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4" name="text-258">
            <a:extLst xmlns:a="http://schemas.openxmlformats.org/drawingml/2006/main">
              <a:ext uri="{FF2B5EF4-FFF2-40B4-BE49-F238E27FC236}">
                <a16:creationId xmlns:a16="http://schemas.microsoft.com/office/drawing/2014/main" id="{C3F1A3CF-DDC5-4D5E-8CDF-E6C8FDD6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F</a:t>
            </a:r>
          </a:p>
        </p:txBody>
      </p:sp>
      <p:sp>
        <p:nvSpPr>
          <p:cNvPr id="25" name="text-259">
            <a:extLst xmlns:a="http://schemas.openxmlformats.org/drawingml/2006/main">
              <a:ext uri="{FF2B5EF4-FFF2-40B4-BE49-F238E27FC236}">
                <a16:creationId xmlns:a16="http://schemas.microsoft.com/office/drawing/2014/main" id="{E24E2BC6-3A7D-40F9-A2B6-94A13432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60">
            <a:extLst xmlns:a="http://schemas.openxmlformats.org/drawingml/2006/main">
              <a:ext uri="{FF2B5EF4-FFF2-40B4-BE49-F238E27FC236}">
                <a16:creationId xmlns:a16="http://schemas.microsoft.com/office/drawing/2014/main" id="{718E96E4-22CF-4E88-937D-477150D5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61">
            <a:extLst xmlns:a="http://schemas.openxmlformats.org/drawingml/2006/main">
              <a:ext uri="{FF2B5EF4-FFF2-40B4-BE49-F238E27FC236}">
                <a16:creationId xmlns:a16="http://schemas.microsoft.com/office/drawing/2014/main" id="{B69A4E74-640A-4938-B9C4-490384C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2">
            <a:extLst xmlns:a="http://schemas.openxmlformats.org/drawingml/2006/main">
              <a:ext uri="{FF2B5EF4-FFF2-40B4-BE49-F238E27FC236}">
                <a16:creationId xmlns:a16="http://schemas.microsoft.com/office/drawing/2014/main" id="{57EA05C1-5BCF-499B-B3AC-F5152C5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934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17989313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3">
            <a:extLst xmlns:a="http://schemas.openxmlformats.org/drawingml/2006/main">
              <a:ext uri="{FF2B5EF4-FFF2-40B4-BE49-F238E27FC236}">
                <a16:creationId xmlns:a16="http://schemas.microsoft.com/office/drawing/2014/main" id="{DB5F53FE-A6AA-4EE1-A674-94ECE927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4">
            <a:extLst xmlns:a="http://schemas.openxmlformats.org/drawingml/2006/main">
              <a:ext uri="{FF2B5EF4-FFF2-40B4-BE49-F238E27FC236}">
                <a16:creationId xmlns:a16="http://schemas.microsoft.com/office/drawing/2014/main" id="{CB3741FE-D00B-42F4-80C0-DA6F6F3C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5">
            <a:extLst xmlns:a="http://schemas.openxmlformats.org/drawingml/2006/main">
              <a:ext uri="{FF2B5EF4-FFF2-40B4-BE49-F238E27FC236}">
                <a16:creationId xmlns:a16="http://schemas.microsoft.com/office/drawing/2014/main" id="{EEB9B8CD-EBA8-4E8C-9539-5917DF0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6">
            <a:extLst xmlns:a="http://schemas.openxmlformats.org/drawingml/2006/main">
              <a:ext uri="{FF2B5EF4-FFF2-40B4-BE49-F238E27FC236}">
                <a16:creationId xmlns:a16="http://schemas.microsoft.com/office/drawing/2014/main" id="{27CD1918-2C7F-4792-934A-D18CDF1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7">
            <a:extLst xmlns:a="http://schemas.openxmlformats.org/drawingml/2006/main">
              <a:ext uri="{FF2B5EF4-FFF2-40B4-BE49-F238E27FC236}">
                <a16:creationId xmlns:a16="http://schemas.microsoft.com/office/drawing/2014/main" id="{2BF4AB64-19A1-43F5-BC5F-C39674BF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38" name="rule-268"/>
          <p:cNvCxnSpPr/>
          <p:nvPr/>
        </p:nvCxnSpPr>
        <p:spPr>
          <a:xfrm xmlns:a="http://schemas.openxmlformats.org/drawingml/2006/main">
            <a:off x="400050" y="17907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269">
            <a:extLst xmlns:a="http://schemas.openxmlformats.org/drawingml/2006/main">
              <a:ext uri="{FF2B5EF4-FFF2-40B4-BE49-F238E27FC236}">
                <a16:creationId xmlns:a16="http://schemas.microsoft.com/office/drawing/2014/main" id="{836516D2-1017-48C9-882F-51143EA1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70">
            <a:extLst xmlns:a="http://schemas.openxmlformats.org/drawingml/2006/main">
              <a:ext uri="{FF2B5EF4-FFF2-40B4-BE49-F238E27FC236}">
                <a16:creationId xmlns:a16="http://schemas.microsoft.com/office/drawing/2014/main" id="{5985D4CA-CAB2-4156-9BA4-B53C7F7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72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41" name="rule-271"/>
          <p:cNvCxnSpPr/>
          <p:nvPr/>
        </p:nvCxnSpPr>
        <p:spPr>
          <a:xfrm xmlns:a="http://schemas.openxmlformats.org/drawingml/2006/main">
            <a:off x="400050" y="27241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0" name="text-272">
            <a:extLst xmlns:a="http://schemas.openxmlformats.org/drawingml/2006/main">
              <a:ext uri="{FF2B5EF4-FFF2-40B4-BE49-F238E27FC236}">
                <a16:creationId xmlns:a16="http://schemas.microsoft.com/office/drawing/2014/main" id="{EFFB295D-C3F9-48D9-9A3B-DD73540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3">
            <a:extLst xmlns:a="http://schemas.openxmlformats.org/drawingml/2006/main">
              <a:ext uri="{FF2B5EF4-FFF2-40B4-BE49-F238E27FC236}">
                <a16:creationId xmlns:a16="http://schemas.microsoft.com/office/drawing/2014/main" id="{D1773205-44A9-46C9-874B-4DD5C6DA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44" name="rule-274"/>
          <p:cNvCxnSpPr/>
          <p:nvPr/>
        </p:nvCxnSpPr>
        <p:spPr>
          <a:xfrm xmlns:a="http://schemas.openxmlformats.org/drawingml/2006/main">
            <a:off x="400050" y="3733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75">
            <a:extLst xmlns:a="http://schemas.openxmlformats.org/drawingml/2006/main">
              <a:ext uri="{FF2B5EF4-FFF2-40B4-BE49-F238E27FC236}">
                <a16:creationId xmlns:a16="http://schemas.microsoft.com/office/drawing/2014/main" id="{FB24C451-C247-47E8-8FEE-889BFCD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Debug 构建通过；单元测试任务类加载失败</a:t>
            </a:r>
          </a:p>
        </p:txBody>
      </p:sp>
      <p:sp>
        <p:nvSpPr>
          <p:cNvPr id="14" name="text-276">
            <a:extLst xmlns:a="http://schemas.openxmlformats.org/drawingml/2006/main">
              <a:ext uri="{FF2B5EF4-FFF2-40B4-BE49-F238E27FC236}">
                <a16:creationId xmlns:a16="http://schemas.microsoft.com/office/drawing/2014/main" id="{BD0FF65C-9410-4E45-8B44-2F691C6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修复测试执行链，补 Compose UI Test 与 Android CI</a:t>
            </a:r>
          </a:p>
        </p:txBody>
      </p:sp>
      <p:cxnSp>
        <p:nvCxnSpPr>
          <p:cNvPr id="47" name="rule-277"/>
          <p:cNvCxnSpPr/>
          <p:nvPr/>
        </p:nvCxnSpPr>
        <p:spPr>
          <a:xfrm xmlns:a="http://schemas.openxmlformats.org/drawingml/2006/main">
            <a:off x="400050" y="4743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78">
            <a:extLst xmlns:a="http://schemas.openxmlformats.org/drawingml/2006/main">
              <a:ext uri="{FF2B5EF4-FFF2-40B4-BE49-F238E27FC236}">
                <a16:creationId xmlns:a16="http://schemas.microsoft.com/office/drawing/2014/main" id="{B3696359-683B-4331-B172-6ED505C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9">
            <a:extLst xmlns:a="http://schemas.openxmlformats.org/drawingml/2006/main">
              <a:ext uri="{FF2B5EF4-FFF2-40B4-BE49-F238E27FC236}">
                <a16:creationId xmlns:a16="http://schemas.microsoft.com/office/drawing/2014/main" id="{87CA4237-4F92-4291-BCAF-7BB1D35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791117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9A44811E-1528-415E-902A-73F7A4D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1DC2F089-B3D5-46D7-9572-796A862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53B5D5C0-79B8-43D5-A9C0-873913A5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8465D977-9CB7-49EB-9392-92876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2FB1C6-35C0-4770-9EBA-1260051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00368409-5F8E-46AB-80CA-CADA674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0711AE81-BF09-4F2E-B654-627B235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841FB177-13BB-4FBF-81EB-BC5FF08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C2D90D12-730E-4F5C-9E7A-426E5D2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6fe51a68a47d7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5efc08e9e4276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7915021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0">
            <a:extLst xmlns:a="http://schemas.openxmlformats.org/drawingml/2006/main">
              <a:ext uri="{FF2B5EF4-FFF2-40B4-BE49-F238E27FC236}">
                <a16:creationId xmlns:a16="http://schemas.microsoft.com/office/drawing/2014/main" id="{4E24A882-FC8D-4D0E-9FE7-3D0B0BBE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81">
            <a:extLst xmlns:a="http://schemas.openxmlformats.org/drawingml/2006/main">
              <a:ext uri="{FF2B5EF4-FFF2-40B4-BE49-F238E27FC236}">
                <a16:creationId xmlns:a16="http://schemas.microsoft.com/office/drawing/2014/main" id="{B9DDB418-2B8B-41E0-96DC-B0292ECA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9060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0D71BBD1-4A7C-4036-9DD1-F6FBF9B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3">
            <a:extLst xmlns:a="http://schemas.openxmlformats.org/drawingml/2006/main">
              <a:ext uri="{FF2B5EF4-FFF2-40B4-BE49-F238E27FC236}">
                <a16:creationId xmlns:a16="http://schemas.microsoft.com/office/drawing/2014/main" id="{EAF7F066-3164-4AC5-A8C8-E7A46980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03E24536-8B86-45AE-8756-17B57A08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45C62238-B126-4775-8D22-D72BCB5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6">
            <a:extLst xmlns:a="http://schemas.openxmlformats.org/drawingml/2006/main">
              <a:ext uri="{FF2B5EF4-FFF2-40B4-BE49-F238E27FC236}">
                <a16:creationId xmlns:a16="http://schemas.microsoft.com/office/drawing/2014/main" id="{7E13A611-3F5C-4D16-AFA4-DDB2586D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7">
            <a:extLst xmlns:a="http://schemas.openxmlformats.org/drawingml/2006/main">
              <a:ext uri="{FF2B5EF4-FFF2-40B4-BE49-F238E27FC236}">
                <a16:creationId xmlns:a16="http://schemas.microsoft.com/office/drawing/2014/main" id="{AE9CDBF9-D602-4BE1-980F-B044C28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8">
            <a:extLst xmlns:a="http://schemas.openxmlformats.org/drawingml/2006/main">
              <a:ext uri="{FF2B5EF4-FFF2-40B4-BE49-F238E27FC236}">
                <a16:creationId xmlns:a16="http://schemas.microsoft.com/office/drawing/2014/main" id="{F38BBE2C-0A71-4F45-A4B3-85C32EAA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9">
            <a:extLst xmlns:a="http://schemas.openxmlformats.org/drawingml/2006/main">
              <a:ext uri="{FF2B5EF4-FFF2-40B4-BE49-F238E27FC236}">
                <a16:creationId xmlns:a16="http://schemas.microsoft.com/office/drawing/2014/main" id="{550D38C7-96C6-4317-A65E-78640EC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性能、Android 测试与共编路线</a:t>
            </a:r>
          </a:p>
        </p:txBody>
      </p:sp>
      <p:sp>
        <p:nvSpPr>
          <p:cNvPr id="11" name="rect-290">
            <a:extLst xmlns:a="http://schemas.openxmlformats.org/drawingml/2006/main">
              <a:ext uri="{FF2B5EF4-FFF2-40B4-BE49-F238E27FC236}">
                <a16:creationId xmlns:a16="http://schemas.microsoft.com/office/drawing/2014/main" id="{8FBF18CF-1714-423C-8A79-CB241817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91">
            <a:extLst xmlns:a="http://schemas.openxmlformats.org/drawingml/2006/main">
              <a:ext uri="{FF2B5EF4-FFF2-40B4-BE49-F238E27FC236}">
                <a16:creationId xmlns:a16="http://schemas.microsoft.com/office/drawing/2014/main" id="{046D1D26-AAC3-4163-9100-5A46F76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92">
            <a:extLst xmlns:a="http://schemas.openxmlformats.org/drawingml/2006/main">
              <a:ext uri="{FF2B5EF4-FFF2-40B4-BE49-F238E27FC236}">
                <a16:creationId xmlns:a16="http://schemas.microsoft.com/office/drawing/2014/main" id="{B354FEFF-05C7-4FC8-BB49-096CC691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291375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93">
            <a:extLst xmlns:a="http://schemas.openxmlformats.org/drawingml/2006/main">
              <a:ext uri="{FF2B5EF4-FFF2-40B4-BE49-F238E27FC236}">
                <a16:creationId xmlns:a16="http://schemas.microsoft.com/office/drawing/2014/main" id="{9FA0FDB0-0AEC-4EC8-81B9-32E493E4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4">
            <a:extLst xmlns:a="http://schemas.openxmlformats.org/drawingml/2006/main">
              <a:ext uri="{FF2B5EF4-FFF2-40B4-BE49-F238E27FC236}">
                <a16:creationId xmlns:a16="http://schemas.microsoft.com/office/drawing/2014/main" id="{E80C4FDC-5E5B-42E2-80D7-5FCF3859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5">
            <a:extLst xmlns:a="http://schemas.openxmlformats.org/drawingml/2006/main">
              <a:ext uri="{FF2B5EF4-FFF2-40B4-BE49-F238E27FC236}">
                <a16:creationId xmlns:a16="http://schemas.microsoft.com/office/drawing/2014/main" id="{50204393-773B-430B-A64D-BA012665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4" name="text-296">
            <a:extLst xmlns:a="http://schemas.openxmlformats.org/drawingml/2006/main">
              <a:ext uri="{FF2B5EF4-FFF2-40B4-BE49-F238E27FC236}">
                <a16:creationId xmlns:a16="http://schemas.microsoft.com/office/drawing/2014/main" id="{C316B398-F2E3-4B43-8B37-A6093FE3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7">
            <a:extLst xmlns:a="http://schemas.openxmlformats.org/drawingml/2006/main">
              <a:ext uri="{FF2B5EF4-FFF2-40B4-BE49-F238E27FC236}">
                <a16:creationId xmlns:a16="http://schemas.microsoft.com/office/drawing/2014/main" id="{97B38FCA-4B25-45E9-8071-04C5058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8">
            <a:extLst xmlns:a="http://schemas.openxmlformats.org/drawingml/2006/main">
              <a:ext uri="{FF2B5EF4-FFF2-40B4-BE49-F238E27FC236}">
                <a16:creationId xmlns:a16="http://schemas.microsoft.com/office/drawing/2014/main" id="{F731BF0A-14EA-4592-9E54-3E1B5D0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9">
            <a:extLst xmlns:a="http://schemas.openxmlformats.org/drawingml/2006/main">
              <a:ext uri="{FF2B5EF4-FFF2-40B4-BE49-F238E27FC236}">
                <a16:creationId xmlns:a16="http://schemas.microsoft.com/office/drawing/2014/main" id="{50B4D63E-C3FC-40BE-802F-553A8FF9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300">
            <a:extLst xmlns:a="http://schemas.openxmlformats.org/drawingml/2006/main">
              <a:ext uri="{FF2B5EF4-FFF2-40B4-BE49-F238E27FC236}">
                <a16:creationId xmlns:a16="http://schemas.microsoft.com/office/drawing/2014/main" id="{01994F9C-0F3B-48DE-9B4F-E904A2B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301">
            <a:extLst xmlns:a="http://schemas.openxmlformats.org/drawingml/2006/main">
              <a:ext uri="{FF2B5EF4-FFF2-40B4-BE49-F238E27FC236}">
                <a16:creationId xmlns:a16="http://schemas.microsoft.com/office/drawing/2014/main" id="{173596A8-8CED-4F57-8C05-2F0FE756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302">
            <a:extLst xmlns:a="http://schemas.openxmlformats.org/drawingml/2006/main">
              <a:ext uri="{FF2B5EF4-FFF2-40B4-BE49-F238E27FC236}">
                <a16:creationId xmlns:a16="http://schemas.microsoft.com/office/drawing/2014/main" id="{3062211B-7240-40FA-832D-3002B672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为什么 Android 采用原生 Compose？</a:t>
            </a:r>
          </a:p>
        </p:txBody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253676B9-AAC3-48A2-BFFB-FF030ABC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3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原生方案更适合相机、麦克风、生命周期和 RTC 场景。Compose 用状态驱动 UI，StateFlow 统一状态，SignalR 与 Agora 分别承担实时消息和音视频；小程序仍用 uni-app 提高交付效率。</a:t>
            </a:r>
          </a:p>
        </p:txBody>
      </p:sp>
    </p:spTree>
    <p:extLst>
      <p:ext uri="{BB962C8B-B14F-4D97-AF65-F5344CB8AC3E}">
        <p14:creationId xmlns:p14="http://schemas.microsoft.com/office/powerpoint/2010/main" val="2449239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4">
            <a:extLst xmlns:a="http://schemas.openxmlformats.org/drawingml/2006/main">
              <a:ext uri="{FF2B5EF4-FFF2-40B4-BE49-F238E27FC236}">
                <a16:creationId xmlns:a16="http://schemas.microsoft.com/office/drawing/2014/main" id="{FA15DEAD-5739-4615-941E-507F5F23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5">
            <a:extLst xmlns:a="http://schemas.openxmlformats.org/drawingml/2006/main">
              <a:ext uri="{FF2B5EF4-FFF2-40B4-BE49-F238E27FC236}">
                <a16:creationId xmlns:a16="http://schemas.microsoft.com/office/drawing/2014/main" id="{6F449753-95AA-43BF-82C6-096EE1C9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6">
            <a:extLst xmlns:a="http://schemas.openxmlformats.org/drawingml/2006/main">
              <a:ext uri="{FF2B5EF4-FFF2-40B4-BE49-F238E27FC236}">
                <a16:creationId xmlns:a16="http://schemas.microsoft.com/office/drawing/2014/main" id="{849C146B-B722-4570-9193-C78670BA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307">
            <a:extLst xmlns:a="http://schemas.openxmlformats.org/drawingml/2006/main">
              <a:ext uri="{FF2B5EF4-FFF2-40B4-BE49-F238E27FC236}">
                <a16:creationId xmlns:a16="http://schemas.microsoft.com/office/drawing/2014/main" id="{36053BF5-7E36-4EF5-93C9-CE0142BE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8">
            <a:extLst xmlns:a="http://schemas.openxmlformats.org/drawingml/2006/main">
              <a:ext uri="{FF2B5EF4-FFF2-40B4-BE49-F238E27FC236}">
                <a16:creationId xmlns:a16="http://schemas.microsoft.com/office/drawing/2014/main" id="{645361E6-ADE3-4618-A9B5-0641893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9">
            <a:extLst xmlns:a="http://schemas.openxmlformats.org/drawingml/2006/main">
              <a:ext uri="{FF2B5EF4-FFF2-40B4-BE49-F238E27FC236}">
                <a16:creationId xmlns:a16="http://schemas.microsoft.com/office/drawing/2014/main" id="{8D4652B0-58F3-48AD-8F14-34CA6775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10">
            <a:extLst xmlns:a="http://schemas.openxmlformats.org/drawingml/2006/main">
              <a:ext uri="{FF2B5EF4-FFF2-40B4-BE49-F238E27FC236}">
                <a16:creationId xmlns:a16="http://schemas.microsoft.com/office/drawing/2014/main" id="{17C640E4-7928-4E55-B0F7-7C3556D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11">
            <a:extLst xmlns:a="http://schemas.openxmlformats.org/drawingml/2006/main">
              <a:ext uri="{FF2B5EF4-FFF2-40B4-BE49-F238E27FC236}">
                <a16:creationId xmlns:a16="http://schemas.microsoft.com/office/drawing/2014/main" id="{1319111D-7F5A-45FA-8C07-9BB57BF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12">
            <a:extLst xmlns:a="http://schemas.openxmlformats.org/drawingml/2006/main">
              <a:ext uri="{FF2B5EF4-FFF2-40B4-BE49-F238E27FC236}">
                <a16:creationId xmlns:a16="http://schemas.microsoft.com/office/drawing/2014/main" id="{386C0FE9-9C54-402A-82FB-BFA8E746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生产构建、Android assembleDebug 和微信小程序构建，核心交付目标通过；Android 单元测试类加载问题也被如实记录为质量边界。</a:t>
            </a:r>
          </a:p>
        </p:txBody>
      </p:sp>
      <p:sp>
        <p:nvSpPr>
          <p:cNvPr id="10" name="text-313">
            <a:extLst xmlns:a="http://schemas.openxmlformats.org/drawingml/2006/main">
              <a:ext uri="{FF2B5EF4-FFF2-40B4-BE49-F238E27FC236}">
                <a16:creationId xmlns:a16="http://schemas.microsoft.com/office/drawing/2014/main" id="{CDC792A7-682C-471E-8E4A-C8FE54D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4">
            <a:extLst xmlns:a="http://schemas.openxmlformats.org/drawingml/2006/main">
              <a:ext uri="{FF2B5EF4-FFF2-40B4-BE49-F238E27FC236}">
                <a16:creationId xmlns:a16="http://schemas.microsoft.com/office/drawing/2014/main" id="{28EA3FA5-BE39-4779-BDF2-F5D9BD3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262588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15">
            <a:extLst xmlns:a="http://schemas.openxmlformats.org/drawingml/2006/main">
              <a:ext uri="{FF2B5EF4-FFF2-40B4-BE49-F238E27FC236}">
                <a16:creationId xmlns:a16="http://schemas.microsoft.com/office/drawing/2014/main" id="{3E6ADCC1-3709-4EFC-A784-54596F14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6">
            <a:extLst xmlns:a="http://schemas.openxmlformats.org/drawingml/2006/main">
              <a:ext uri="{FF2B5EF4-FFF2-40B4-BE49-F238E27FC236}">
                <a16:creationId xmlns:a16="http://schemas.microsoft.com/office/drawing/2014/main" id="{BBB4A5F6-CC0E-49CA-A622-D62BBE7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7">
            <a:extLst xmlns:a="http://schemas.openxmlformats.org/drawingml/2006/main">
              <a:ext uri="{FF2B5EF4-FFF2-40B4-BE49-F238E27FC236}">
                <a16:creationId xmlns:a16="http://schemas.microsoft.com/office/drawing/2014/main" id="{AACC53EE-72FC-4B34-BF6F-7F35171B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18">
            <a:extLst xmlns:a="http://schemas.openxmlformats.org/drawingml/2006/main">
              <a:ext uri="{FF2B5EF4-FFF2-40B4-BE49-F238E27FC236}">
                <a16:creationId xmlns:a16="http://schemas.microsoft.com/office/drawing/2014/main" id="{C20E5A7F-5EC1-48C6-B936-7B6DACE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9">
            <a:extLst xmlns:a="http://schemas.openxmlformats.org/drawingml/2006/main">
              <a:ext uri="{FF2B5EF4-FFF2-40B4-BE49-F238E27FC236}">
                <a16:creationId xmlns:a16="http://schemas.microsoft.com/office/drawing/2014/main" id="{6FFB1253-B963-48C9-AB72-83E398F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20">
            <a:extLst xmlns:a="http://schemas.openxmlformats.org/drawingml/2006/main">
              <a:ext uri="{FF2B5EF4-FFF2-40B4-BE49-F238E27FC236}">
                <a16:creationId xmlns:a16="http://schemas.microsoft.com/office/drawing/2014/main" id="{674EBA60-D4AA-4A02-8947-1A35FFA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21">
            <a:extLst xmlns:a="http://schemas.openxmlformats.org/drawingml/2006/main">
              <a:ext uri="{FF2B5EF4-FFF2-40B4-BE49-F238E27FC236}">
                <a16:creationId xmlns:a16="http://schemas.microsoft.com/office/drawing/2014/main" id="{16E02528-30FF-485B-9F7D-5670451C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22">
            <a:extLst xmlns:a="http://schemas.openxmlformats.org/drawingml/2006/main">
              <a:ext uri="{FF2B5EF4-FFF2-40B4-BE49-F238E27FC236}">
                <a16:creationId xmlns:a16="http://schemas.microsoft.com/office/drawing/2014/main" id="{5E98A24C-B461-47E8-B27F-FEBCCAC7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3">
            <a:extLst xmlns:a="http://schemas.openxmlformats.org/drawingml/2006/main">
              <a:ext uri="{FF2B5EF4-FFF2-40B4-BE49-F238E27FC236}">
                <a16:creationId xmlns:a16="http://schemas.microsoft.com/office/drawing/2014/main" id="{FFE8B553-8183-4A7B-AB09-369436F8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包体偏大；Android 单元测试任务仍有类加载问题。Debug APK 与小程序构建已通过，以上边界都有明确改进路径。</a:t>
            </a:r>
          </a:p>
        </p:txBody>
      </p:sp>
      <p:sp>
        <p:nvSpPr>
          <p:cNvPr id="10" name="text-324">
            <a:extLst xmlns:a="http://schemas.openxmlformats.org/drawingml/2006/main">
              <a:ext uri="{FF2B5EF4-FFF2-40B4-BE49-F238E27FC236}">
                <a16:creationId xmlns:a16="http://schemas.microsoft.com/office/drawing/2014/main" id="{D3FB2B42-2CA0-4BC8-9908-B74F2DB6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5">
            <a:extLst xmlns:a="http://schemas.openxmlformats.org/drawingml/2006/main">
              <a:ext uri="{FF2B5EF4-FFF2-40B4-BE49-F238E27FC236}">
                <a16:creationId xmlns:a16="http://schemas.microsoft.com/office/drawing/2014/main" id="{9E775A2C-B124-48A2-990A-FD6C67E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先修复 Android 测试执行链并接入 CI，同时拆分消息与会议包体；再接 Yjs 文档协同；最后补可观测性、离线队列与并发压测，用指标验证改进。</a:t>
            </a:r>
          </a:p>
        </p:txBody>
      </p:sp>
    </p:spTree>
    <p:extLst>
      <p:ext uri="{BB962C8B-B14F-4D97-AF65-F5344CB8AC3E}">
        <p14:creationId xmlns:p14="http://schemas.microsoft.com/office/powerpoint/2010/main" val="2105755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2026-07-20T02:38:01.9080000Z</dcterms:created>
  <dcterms:modified xsi:type="dcterms:W3CDTF">2026-07-20T02:38:01.9080000Z</dcterms:modified>
</coreProperties>
</file>